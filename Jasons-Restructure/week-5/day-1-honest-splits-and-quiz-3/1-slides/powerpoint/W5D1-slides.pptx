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3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1. chart, raw, sunlit</c:v>
                  </c:pt>
                  <c:pt idx="1">
                    <c:v>2. chart, raw, steady</c:v>
                  </c:pt>
                  <c:pt idx="2">
                    <c:v>3. forest, lean</c:v>
                  </c:pt>
                  <c:pt idx="3">
                    <c:v>4. chart, lean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1</c:v>
                </c:pt>
                <c:pt idx="2">
                  <c:v>25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seed 42</c:v>
                  </c:pt>
                  <c:pt idx="1">
                    <c:v>seed 0</c:v>
                  </c:pt>
                  <c:pt idx="2">
                    <c:v>seed 1</c:v>
                  </c:pt>
                  <c:pt idx="3">
                    <c:v>seed 7</c:v>
                  </c:pt>
                  <c:pt idx="4">
                    <c:v>seed 123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36</c:v>
                </c:pt>
                <c:pt idx="3">
                  <c:v>20</c:v>
                </c:pt>
                <c:pt idx="4">
                  <c:v>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chart · clean</c:v>
                  </c:pt>
                  <c:pt idx="1">
                    <c:v>forest · clean</c:v>
                  </c:pt>
                  <c:pt idx="2">
                    <c:v>chart · dirty</c:v>
                  </c:pt>
                  <c:pt idx="3">
                    <c:v>forest · dirty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502</c:v>
                </c:pt>
                <c:pt idx="1">
                  <c:v>358</c:v>
                </c:pt>
                <c:pt idx="2">
                  <c:v>150</c:v>
                </c:pt>
                <c:pt idx="3">
                  <c:v>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the forest sits an exam on months it has never seen. Then Quiz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Tunde's A1 measured the expo, not Tunde.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Flavour 2 was Week 4 Day 3's 14:00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k-nearest neighbours, k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only difference between the two numbers is expo.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ask why a flag fired.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Contender 1's EV04 catch is lucky.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Fewer is better, as long as both events are caught.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tie goes to the simpler detector.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set random_state.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questions 26 and 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29.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method either way: split by time, fixed settings, same scorer.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PDF or the Google Forms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W5D1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W5D1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5 · DAY 1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Expo!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Splits + Quiz 3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If you saw the questions before the exam, the A1 is fake. Today our detectors sit a real exam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expo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why random splits lie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time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train · embargo · test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fight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forest vs Week 4 chart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3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machine-learning days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45 min hands-on · 20 min quiz · 15 min mark + wrap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 you put in the control room?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Tunde: A1 everywhere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He bought expo the night before and memorised the answers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Chika: B2 in maths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She studied, then sat an exam she had never seen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a score gets faked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Neighbours in training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random split: 10:00 in test, 09:00 and 11:00 in training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that peek ahead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shift(-1), rolling(center=True)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tuned on the key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threshold picked by looking at the test answers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the expo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One model, two ways of splitting the year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copycat: copy the most similar hour's answer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copycat = make_pipeline(StandardScaler(),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KNeighborsClassifier(n_neighbors=1))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copycat.fit(X_train, y_train)   # y = 1 inside a fault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copycat.predict(X_test)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Supervised (it learns from the answer key). A side experiment: our forest never sees labels.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fault hours did the copycat find?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Same model, same features, same answer key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random split (241 test fault hours)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split by time (696 test fault hours)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EV05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only event found by time: a repeat of EV02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random split lies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hours have twins in training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EV04 lasts 672 hours. Shuffle them and every test hour inside it has its neighbour in training. The copycat copies the answer from the next seat.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by time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Train on the past, test on the future, leave a gap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honest split for the whole week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Jan – Aug · 5,832 h · EV01–EV03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Embargo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1 Sep · 24 h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 Sep – 31 Dec · 2,904 h · EV04, EV05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assert bus.index[train].max() &lt; bus.index[test].min()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skip 1 September?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Embargo ≥ your longest feature window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 24-hour feature on the first test hour would otherwise read training hours. Our longest window is 24 hours, so we skip one day.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rules of a fair fight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months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 Sep – 31 Dec only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3413684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3779444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468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79444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hours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779444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steady sunlight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6278728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6644488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512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644488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scorer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644488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score_events</a:t>
            </a:r>
            <a:endParaRPr lang="en-US" sz="1600" dirty="0"/>
          </a:p>
        </p:txBody>
      </p:sp>
      <p:sp>
        <p:nvSpPr>
          <p:cNvPr id="18" name="card 4"/>
          <p:cNvSpPr/>
          <p:nvPr/>
        </p:nvSpPr>
        <p:spPr>
          <a:xfrm>
            <a:off x="9143771" y="1691640"/>
            <a:ext cx="2499284" cy="3383280"/>
          </a:xfrm>
          <a:prstGeom prst="roundRect">
            <a:avLst>
              <a:gd name="adj" fmla="val 65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icon 4 circle"/>
          <p:cNvSpPr/>
          <p:nvPr/>
        </p:nvSpPr>
        <p:spPr>
          <a:xfrm>
            <a:off x="9509531" y="2103120"/>
            <a:ext cx="960120" cy="96012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0" name="icon 4" descr="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1555" y="2295144"/>
            <a:ext cx="576072" cy="57607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09531" y="3291840"/>
            <a:ext cx="17677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fixed first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509531" y="3977640"/>
            <a:ext cx="17677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k = 3 · contamination 0.5%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fair fight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Four contenders, two events: EV04 and EV05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Contender 1: the Week 4 chart as taught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2/2, but only through recharge hours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It lit 84 of 672 EV04 hours, all at 22:00, 23:00 or 00:00 (right after the 21:00 eclipse), plus 50 false alarms. A lucky catch.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card: test months only</a:t>
            </a:r>
            <a:endParaRPr lang="en-US" sz="3200" dirty="0"/>
          </a:p>
        </p:txBody>
      </p:sp>
      <p:graphicFrame>
        <p:nvGraphicFramePr>
          <p:cNvPr id="16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280160"/>
                <a:gridCol w="1737360"/>
                <a:gridCol w="1920240"/>
                <a:gridCol w="1581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Detector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Caught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False alarms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EV04 hours lit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1. Week 4 chart · raw · sunlit (as taught)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84 / 672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2. Week 4 chart · raw · steady sun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 / 672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0.50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3. Isolation forest · lean features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358 / 672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4. Week 4 chart · lean features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502 / 672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0.67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Lean features = 4 health channels + temp_per_drive. Rows 3 and 4 differ only in the model.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alarms in the test months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Contender 2 misses EV04 entirely. Contender 4 catches both events and lights 502 EV04 hours.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verdict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feature won, not the forest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Same catches, 1 false alarm instead of 25, 502 EV04 hours instead of 358. We recommend the simpler detector.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the forest honestly: still no win</a:t>
            </a:r>
            <a:endParaRPr lang="en-US" sz="32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1645920"/>
                <a:gridCol w="192024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Forest budget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Past events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Test caught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Test false alarms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EV04 hours lit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Fixed first (0.50%)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358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Honest tune, past labels (0.35%)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186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Expo tune, peeked at test (0.30%)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144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Week 4 chart, k = 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3/3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2/2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502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0-false-alarm budget only exists if you peek, and it misses EV03 in the past.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seeds, five forests: false alarms in the test months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The chart has no dice to roll: 1 false alarm, every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origin: four exams, not one</a:t>
            </a:r>
            <a:endParaRPr lang="en-US" sz="3200" dirty="0"/>
          </a:p>
        </p:txBody>
      </p:sp>
      <p:graphicFrame>
        <p:nvGraphicFramePr>
          <p:cNvPr id="21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011680"/>
                <a:gridCol w="2926080"/>
                <a:gridCol w="2377440"/>
                <a:gridCol w="2862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Fold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Trains up to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Tests 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Chart false alarms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Forest false alarms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13 Mar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15 Mar – 26 May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25 May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27 May – 07 Aug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50 (missed the event)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06 Aug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08 Aug – 19 Oct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18 Oct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20 Oct – 31 Dec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TimeSeriesSplit(n_splits=4, gap=24): training only grows forwards; you get a spread, not one score.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dirty reference makes the fault normal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EV04 hours lit, of 672. Clean = fitted on Jan–Aug; dirty = the whole year, EV04 included. Ask operations for a quiet period.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does the forest earn its place?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country (today)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6 channels, known physics, one engineer can write the feature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country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Hundreds of channels, unwritten relationships, faults that nudge many channels at once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3: 30 questions, 20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Phones down, notebooks closed, no AI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Circle one letter per question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Answers are spread across A–D: no “always B”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Swap papers and mark together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45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W5D1-exercise, save a copy, run STEP 0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A: catch the copycat's expo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B: the split + embargo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C: the fair fight · Part D: rolling origin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Expo: random splits, peeking features, settings tuned on the test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Split by time, embargo ≥ longest window, assert it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Fair fight, honest verdict: recommend the simpler model if it wins or ties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Forecasting baselines · Project Checkpoint 4 at Week 5 Day 3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W5D1 · No Expo! Honest Train/Test Splits + Quiz 3</dc:title>
  <dc:subject>PptxGenJS Presentation</dc:subject>
  <dc:creator>Publica Academy</dc:creator>
  <cp:lastModifiedBy>Publica Academy</cp:lastModifiedBy>
  <cp:revision>1</cp:revision>
  <dcterms:created xsi:type="dcterms:W3CDTF">2026-10-29T19:23:48Z</dcterms:created>
  <dcterms:modified xsi:type="dcterms:W3CDTF">2026-10-29T19:23:48Z</dcterms:modified>
</cp:coreProperties>
</file>