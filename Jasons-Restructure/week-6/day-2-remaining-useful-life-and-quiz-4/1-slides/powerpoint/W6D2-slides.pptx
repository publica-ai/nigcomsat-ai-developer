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2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 capacity (all 5 years)</c:v>
                </c:pt>
              </c:strCache>
            </c:strRef>
          </c:tx>
          <c:spPr>
            <a:solidFill>
              <a:srgbClr val="3B8BE0"/>
            </a:solidFill>
            <a:ln w="25400" cap="flat">
              <a:solidFill>
                <a:srgbClr val="3B8BE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B8BE0"/>
              </a:solidFill>
              <a:ln w="9525" cap="flat">
                <a:solidFill>
                  <a:srgbClr val="3B8BE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Sheet1!$A$2:$A$262</c:f>
              <c:multiLvlStrCache>
                <c:ptCount val="261"/>
                <c:lvl>
                  <c:pt idx="0">
                    <c:v>Jan 2021</c:v>
                  </c:pt>
                  <c:pt idx="1">
                    <c:v>Jan 2021</c:v>
                  </c:pt>
                  <c:pt idx="2">
                    <c:v>Jan 2021</c:v>
                  </c:pt>
                  <c:pt idx="3">
                    <c:v>Jan 2021</c:v>
                  </c:pt>
                  <c:pt idx="4">
                    <c:v>Jan 2021</c:v>
                  </c:pt>
                  <c:pt idx="5">
                    <c:v>Feb 2021</c:v>
                  </c:pt>
                  <c:pt idx="6">
                    <c:v>Feb 2021</c:v>
                  </c:pt>
                  <c:pt idx="7">
                    <c:v>Feb 2021</c:v>
                  </c:pt>
                  <c:pt idx="8">
                    <c:v>Feb 2021</c:v>
                  </c:pt>
                  <c:pt idx="9">
                    <c:v>Mar 2021</c:v>
                  </c:pt>
                  <c:pt idx="10">
                    <c:v>Mar 2021</c:v>
                  </c:pt>
                  <c:pt idx="11">
                    <c:v>Mar 2021</c:v>
                  </c:pt>
                  <c:pt idx="12">
                    <c:v>Mar 2021</c:v>
                  </c:pt>
                  <c:pt idx="13">
                    <c:v>Apr 2021</c:v>
                  </c:pt>
                  <c:pt idx="14">
                    <c:v>Apr 2021</c:v>
                  </c:pt>
                  <c:pt idx="15">
                    <c:v>Apr 2021</c:v>
                  </c:pt>
                  <c:pt idx="16">
                    <c:v>Apr 2021</c:v>
                  </c:pt>
                  <c:pt idx="17">
                    <c:v>Apr 2021</c:v>
                  </c:pt>
                  <c:pt idx="18">
                    <c:v>May 2021</c:v>
                  </c:pt>
                  <c:pt idx="19">
                    <c:v>May 2021</c:v>
                  </c:pt>
                  <c:pt idx="20">
                    <c:v>May 2021</c:v>
                  </c:pt>
                  <c:pt idx="21">
                    <c:v>May 2021</c:v>
                  </c:pt>
                  <c:pt idx="22">
                    <c:v>Jun 2021</c:v>
                  </c:pt>
                  <c:pt idx="23">
                    <c:v>Jun 2021</c:v>
                  </c:pt>
                  <c:pt idx="24">
                    <c:v>Jun 2021</c:v>
                  </c:pt>
                  <c:pt idx="25">
                    <c:v>Jun 2021</c:v>
                  </c:pt>
                  <c:pt idx="26">
                    <c:v>Jul 2021</c:v>
                  </c:pt>
                  <c:pt idx="27">
                    <c:v>Jul 2021</c:v>
                  </c:pt>
                  <c:pt idx="28">
                    <c:v>Jul 2021</c:v>
                  </c:pt>
                  <c:pt idx="29">
                    <c:v>Jul 2021</c:v>
                  </c:pt>
                  <c:pt idx="30">
                    <c:v>Jul 2021</c:v>
                  </c:pt>
                  <c:pt idx="31">
                    <c:v>Aug 2021</c:v>
                  </c:pt>
                  <c:pt idx="32">
                    <c:v>Aug 2021</c:v>
                  </c:pt>
                  <c:pt idx="33">
                    <c:v>Aug 2021</c:v>
                  </c:pt>
                  <c:pt idx="34">
                    <c:v>Aug 2021</c:v>
                  </c:pt>
                  <c:pt idx="35">
                    <c:v>Sep 2021</c:v>
                  </c:pt>
                  <c:pt idx="36">
                    <c:v>Sep 2021</c:v>
                  </c:pt>
                  <c:pt idx="37">
                    <c:v>Sep 2021</c:v>
                  </c:pt>
                  <c:pt idx="38">
                    <c:v>Sep 2021</c:v>
                  </c:pt>
                  <c:pt idx="39">
                    <c:v>Oct 2021</c:v>
                  </c:pt>
                  <c:pt idx="40">
                    <c:v>Oct 2021</c:v>
                  </c:pt>
                  <c:pt idx="41">
                    <c:v>Oct 2021</c:v>
                  </c:pt>
                  <c:pt idx="42">
                    <c:v>Oct 2021</c:v>
                  </c:pt>
                  <c:pt idx="43">
                    <c:v>Oct 2021</c:v>
                  </c:pt>
                  <c:pt idx="44">
                    <c:v>Nov 2021</c:v>
                  </c:pt>
                  <c:pt idx="45">
                    <c:v>Nov 2021</c:v>
                  </c:pt>
                  <c:pt idx="46">
                    <c:v>Nov 2021</c:v>
                  </c:pt>
                  <c:pt idx="47">
                    <c:v>Nov 2021</c:v>
                  </c:pt>
                  <c:pt idx="48">
                    <c:v>Dec 2021</c:v>
                  </c:pt>
                  <c:pt idx="49">
                    <c:v>Dec 2021</c:v>
                  </c:pt>
                  <c:pt idx="50">
                    <c:v>Dec 2021</c:v>
                  </c:pt>
                  <c:pt idx="51">
                    <c:v>Dec 2021</c:v>
                  </c:pt>
                  <c:pt idx="52">
                    <c:v>Dec 2021</c:v>
                  </c:pt>
                  <c:pt idx="53">
                    <c:v>Jan 2022</c:v>
                  </c:pt>
                  <c:pt idx="54">
                    <c:v>Jan 2022</c:v>
                  </c:pt>
                  <c:pt idx="55">
                    <c:v>Jan 2022</c:v>
                  </c:pt>
                  <c:pt idx="56">
                    <c:v>Jan 2022</c:v>
                  </c:pt>
                  <c:pt idx="57">
                    <c:v>Feb 2022</c:v>
                  </c:pt>
                  <c:pt idx="58">
                    <c:v>Feb 2022</c:v>
                  </c:pt>
                  <c:pt idx="59">
                    <c:v>Feb 2022</c:v>
                  </c:pt>
                  <c:pt idx="60">
                    <c:v>Feb 2022</c:v>
                  </c:pt>
                  <c:pt idx="61">
                    <c:v>Mar 2022</c:v>
                  </c:pt>
                  <c:pt idx="62">
                    <c:v>Mar 2022</c:v>
                  </c:pt>
                  <c:pt idx="63">
                    <c:v>Mar 2022</c:v>
                  </c:pt>
                  <c:pt idx="64">
                    <c:v>Mar 2022</c:v>
                  </c:pt>
                  <c:pt idx="65">
                    <c:v>Apr 2022</c:v>
                  </c:pt>
                  <c:pt idx="66">
                    <c:v>Apr 2022</c:v>
                  </c:pt>
                  <c:pt idx="67">
                    <c:v>Apr 2022</c:v>
                  </c:pt>
                  <c:pt idx="68">
                    <c:v>Apr 2022</c:v>
                  </c:pt>
                  <c:pt idx="69">
                    <c:v>Apr 2022</c:v>
                  </c:pt>
                  <c:pt idx="70">
                    <c:v>May 2022</c:v>
                  </c:pt>
                  <c:pt idx="71">
                    <c:v>May 2022</c:v>
                  </c:pt>
                  <c:pt idx="72">
                    <c:v>May 2022</c:v>
                  </c:pt>
                  <c:pt idx="73">
                    <c:v>May 2022</c:v>
                  </c:pt>
                  <c:pt idx="74">
                    <c:v>Jun 2022</c:v>
                  </c:pt>
                  <c:pt idx="75">
                    <c:v>Jun 2022</c:v>
                  </c:pt>
                  <c:pt idx="76">
                    <c:v>Jun 2022</c:v>
                  </c:pt>
                  <c:pt idx="77">
                    <c:v>Jun 2022</c:v>
                  </c:pt>
                  <c:pt idx="78">
                    <c:v>Jul 2022</c:v>
                  </c:pt>
                  <c:pt idx="79">
                    <c:v>Jul 2022</c:v>
                  </c:pt>
                  <c:pt idx="80">
                    <c:v>Jul 2022</c:v>
                  </c:pt>
                  <c:pt idx="81">
                    <c:v>Jul 2022</c:v>
                  </c:pt>
                  <c:pt idx="82">
                    <c:v>Jul 2022</c:v>
                  </c:pt>
                  <c:pt idx="83">
                    <c:v>Aug 2022</c:v>
                  </c:pt>
                  <c:pt idx="84">
                    <c:v>Aug 2022</c:v>
                  </c:pt>
                  <c:pt idx="85">
                    <c:v>Aug 2022</c:v>
                  </c:pt>
                  <c:pt idx="86">
                    <c:v>Aug 2022</c:v>
                  </c:pt>
                  <c:pt idx="87">
                    <c:v>Sep 2022</c:v>
                  </c:pt>
                  <c:pt idx="88">
                    <c:v>Sep 2022</c:v>
                  </c:pt>
                  <c:pt idx="89">
                    <c:v>Sep 2022</c:v>
                  </c:pt>
                  <c:pt idx="90">
                    <c:v>Sep 2022</c:v>
                  </c:pt>
                  <c:pt idx="91">
                    <c:v>Sep 2022</c:v>
                  </c:pt>
                  <c:pt idx="92">
                    <c:v>Oct 2022</c:v>
                  </c:pt>
                  <c:pt idx="93">
                    <c:v>Oct 2022</c:v>
                  </c:pt>
                  <c:pt idx="94">
                    <c:v>Oct 2022</c:v>
                  </c:pt>
                  <c:pt idx="95">
                    <c:v>Oct 2022</c:v>
                  </c:pt>
                  <c:pt idx="96">
                    <c:v>Nov 2022</c:v>
                  </c:pt>
                  <c:pt idx="97">
                    <c:v>Nov 2022</c:v>
                  </c:pt>
                  <c:pt idx="98">
                    <c:v>Nov 2022</c:v>
                  </c:pt>
                  <c:pt idx="99">
                    <c:v>Nov 2022</c:v>
                  </c:pt>
                  <c:pt idx="100">
                    <c:v>Dec 2022</c:v>
                  </c:pt>
                  <c:pt idx="101">
                    <c:v>Dec 2022</c:v>
                  </c:pt>
                  <c:pt idx="102">
                    <c:v>Dec 2022</c:v>
                  </c:pt>
                  <c:pt idx="103">
                    <c:v>Dec 2022</c:v>
                  </c:pt>
                  <c:pt idx="104">
                    <c:v>Dec 2022</c:v>
                  </c:pt>
                  <c:pt idx="105">
                    <c:v>Jan 2023</c:v>
                  </c:pt>
                  <c:pt idx="106">
                    <c:v>Jan 2023</c:v>
                  </c:pt>
                  <c:pt idx="107">
                    <c:v>Jan 2023</c:v>
                  </c:pt>
                  <c:pt idx="108">
                    <c:v>Jan 2023</c:v>
                  </c:pt>
                  <c:pt idx="109">
                    <c:v>Feb 2023</c:v>
                  </c:pt>
                  <c:pt idx="110">
                    <c:v>Feb 2023</c:v>
                  </c:pt>
                  <c:pt idx="111">
                    <c:v>Feb 2023</c:v>
                  </c:pt>
                  <c:pt idx="112">
                    <c:v>Feb 2023</c:v>
                  </c:pt>
                  <c:pt idx="113">
                    <c:v>Mar 2023</c:v>
                  </c:pt>
                  <c:pt idx="114">
                    <c:v>Mar 2023</c:v>
                  </c:pt>
                  <c:pt idx="115">
                    <c:v>Mar 2023</c:v>
                  </c:pt>
                  <c:pt idx="116">
                    <c:v>Mar 2023</c:v>
                  </c:pt>
                  <c:pt idx="117">
                    <c:v>Mar 2023</c:v>
                  </c:pt>
                  <c:pt idx="118">
                    <c:v>Apr 2023</c:v>
                  </c:pt>
                  <c:pt idx="119">
                    <c:v>Apr 2023</c:v>
                  </c:pt>
                  <c:pt idx="120">
                    <c:v>Apr 2023</c:v>
                  </c:pt>
                  <c:pt idx="121">
                    <c:v>Apr 2023</c:v>
                  </c:pt>
                  <c:pt idx="122">
                    <c:v>May 2023</c:v>
                  </c:pt>
                  <c:pt idx="123">
                    <c:v>May 2023</c:v>
                  </c:pt>
                  <c:pt idx="124">
                    <c:v>May 2023</c:v>
                  </c:pt>
                  <c:pt idx="125">
                    <c:v>May 2023</c:v>
                  </c:pt>
                  <c:pt idx="126">
                    <c:v>Jun 2023</c:v>
                  </c:pt>
                  <c:pt idx="127">
                    <c:v>Jun 2023</c:v>
                  </c:pt>
                  <c:pt idx="128">
                    <c:v>Jun 2023</c:v>
                  </c:pt>
                  <c:pt idx="129">
                    <c:v>Jun 2023</c:v>
                  </c:pt>
                  <c:pt idx="130">
                    <c:v>Jun 2023</c:v>
                  </c:pt>
                  <c:pt idx="131">
                    <c:v>Jul 2023</c:v>
                  </c:pt>
                  <c:pt idx="132">
                    <c:v>Jul 2023</c:v>
                  </c:pt>
                  <c:pt idx="133">
                    <c:v>Jul 2023</c:v>
                  </c:pt>
                  <c:pt idx="134">
                    <c:v>Jul 2023</c:v>
                  </c:pt>
                  <c:pt idx="135">
                    <c:v>Aug 2023</c:v>
                  </c:pt>
                  <c:pt idx="136">
                    <c:v>Aug 2023</c:v>
                  </c:pt>
                  <c:pt idx="137">
                    <c:v>Aug 2023</c:v>
                  </c:pt>
                  <c:pt idx="138">
                    <c:v>Aug 2023</c:v>
                  </c:pt>
                  <c:pt idx="139">
                    <c:v>Sep 2023</c:v>
                  </c:pt>
                  <c:pt idx="140">
                    <c:v>Sep 2023</c:v>
                  </c:pt>
                  <c:pt idx="141">
                    <c:v>Sep 2023</c:v>
                  </c:pt>
                  <c:pt idx="142">
                    <c:v>Sep 2023</c:v>
                  </c:pt>
                  <c:pt idx="143">
                    <c:v>Sep 2023</c:v>
                  </c:pt>
                  <c:pt idx="144">
                    <c:v>Oct 2023</c:v>
                  </c:pt>
                  <c:pt idx="145">
                    <c:v>Oct 2023</c:v>
                  </c:pt>
                  <c:pt idx="146">
                    <c:v>Oct 2023</c:v>
                  </c:pt>
                  <c:pt idx="147">
                    <c:v>Oct 2023</c:v>
                  </c:pt>
                  <c:pt idx="148">
                    <c:v>Nov 2023</c:v>
                  </c:pt>
                  <c:pt idx="149">
                    <c:v>Nov 2023</c:v>
                  </c:pt>
                  <c:pt idx="150">
                    <c:v>Nov 2023</c:v>
                  </c:pt>
                  <c:pt idx="151">
                    <c:v>Nov 2023</c:v>
                  </c:pt>
                  <c:pt idx="152">
                    <c:v>Dec 2023</c:v>
                  </c:pt>
                  <c:pt idx="153">
                    <c:v>Dec 2023</c:v>
                  </c:pt>
                  <c:pt idx="154">
                    <c:v>Dec 2023</c:v>
                  </c:pt>
                  <c:pt idx="155">
                    <c:v>Dec 2023</c:v>
                  </c:pt>
                  <c:pt idx="156">
                    <c:v>Dec 2023</c:v>
                  </c:pt>
                  <c:pt idx="157">
                    <c:v>Jan 2024</c:v>
                  </c:pt>
                  <c:pt idx="158">
                    <c:v>Jan 2024</c:v>
                  </c:pt>
                  <c:pt idx="159">
                    <c:v>Jan 2024</c:v>
                  </c:pt>
                  <c:pt idx="160">
                    <c:v>Jan 2024</c:v>
                  </c:pt>
                  <c:pt idx="161">
                    <c:v>Feb 2024</c:v>
                  </c:pt>
                  <c:pt idx="162">
                    <c:v>Feb 2024</c:v>
                  </c:pt>
                  <c:pt idx="163">
                    <c:v>Feb 2024</c:v>
                  </c:pt>
                  <c:pt idx="164">
                    <c:v>Feb 2024</c:v>
                  </c:pt>
                  <c:pt idx="165">
                    <c:v>Mar 2024</c:v>
                  </c:pt>
                  <c:pt idx="166">
                    <c:v>Mar 2024</c:v>
                  </c:pt>
                  <c:pt idx="167">
                    <c:v>Mar 2024</c:v>
                  </c:pt>
                  <c:pt idx="168">
                    <c:v>Mar 2024</c:v>
                  </c:pt>
                  <c:pt idx="169">
                    <c:v>Mar 2024</c:v>
                  </c:pt>
                  <c:pt idx="170">
                    <c:v>Apr 2024</c:v>
                  </c:pt>
                  <c:pt idx="171">
                    <c:v>Apr 2024</c:v>
                  </c:pt>
                  <c:pt idx="172">
                    <c:v>Apr 2024</c:v>
                  </c:pt>
                  <c:pt idx="173">
                    <c:v>Apr 2024</c:v>
                  </c:pt>
                  <c:pt idx="174">
                    <c:v>May 2024</c:v>
                  </c:pt>
                  <c:pt idx="175">
                    <c:v>May 2024</c:v>
                  </c:pt>
                  <c:pt idx="176">
                    <c:v>May 2024</c:v>
                  </c:pt>
                  <c:pt idx="177">
                    <c:v>May 2024</c:v>
                  </c:pt>
                  <c:pt idx="178">
                    <c:v>May 2024</c:v>
                  </c:pt>
                  <c:pt idx="179">
                    <c:v>Jun 2024</c:v>
                  </c:pt>
                  <c:pt idx="180">
                    <c:v>Jun 2024</c:v>
                  </c:pt>
                  <c:pt idx="181">
                    <c:v>Jun 2024</c:v>
                  </c:pt>
                  <c:pt idx="182">
                    <c:v>Jun 2024</c:v>
                  </c:pt>
                  <c:pt idx="183">
                    <c:v>Jul 2024</c:v>
                  </c:pt>
                  <c:pt idx="184">
                    <c:v>Jul 2024</c:v>
                  </c:pt>
                  <c:pt idx="185">
                    <c:v>Jul 2024</c:v>
                  </c:pt>
                  <c:pt idx="186">
                    <c:v>Jul 2024</c:v>
                  </c:pt>
                  <c:pt idx="187">
                    <c:v>Aug 2024</c:v>
                  </c:pt>
                  <c:pt idx="188">
                    <c:v>Aug 2024</c:v>
                  </c:pt>
                  <c:pt idx="189">
                    <c:v>Aug 2024</c:v>
                  </c:pt>
                  <c:pt idx="190">
                    <c:v>Aug 2024</c:v>
                  </c:pt>
                  <c:pt idx="191">
                    <c:v>Aug 2024</c:v>
                  </c:pt>
                  <c:pt idx="192">
                    <c:v>Sep 2024</c:v>
                  </c:pt>
                  <c:pt idx="193">
                    <c:v>Sep 2024</c:v>
                  </c:pt>
                  <c:pt idx="194">
                    <c:v>Sep 2024</c:v>
                  </c:pt>
                  <c:pt idx="195">
                    <c:v>Sep 2024</c:v>
                  </c:pt>
                  <c:pt idx="196">
                    <c:v>Oct 2024</c:v>
                  </c:pt>
                  <c:pt idx="197">
                    <c:v>Oct 2024</c:v>
                  </c:pt>
                  <c:pt idx="198">
                    <c:v>Oct 2024</c:v>
                  </c:pt>
                  <c:pt idx="199">
                    <c:v>Oct 2024</c:v>
                  </c:pt>
                  <c:pt idx="200">
                    <c:v>Nov 2024</c:v>
                  </c:pt>
                  <c:pt idx="201">
                    <c:v>Nov 2024</c:v>
                  </c:pt>
                  <c:pt idx="202">
                    <c:v>Nov 2024</c:v>
                  </c:pt>
                  <c:pt idx="203">
                    <c:v>Nov 2024</c:v>
                  </c:pt>
                  <c:pt idx="204">
                    <c:v>Nov 2024</c:v>
                  </c:pt>
                  <c:pt idx="205">
                    <c:v>Dec 2024</c:v>
                  </c:pt>
                  <c:pt idx="206">
                    <c:v>Dec 2024</c:v>
                  </c:pt>
                  <c:pt idx="207">
                    <c:v>Dec 2024</c:v>
                  </c:pt>
                  <c:pt idx="208">
                    <c:v>Dec 2024</c:v>
                  </c:pt>
                  <c:pt idx="209">
                    <c:v>Jan 2025</c:v>
                  </c:pt>
                  <c:pt idx="210">
                    <c:v>Jan 2025</c:v>
                  </c:pt>
                  <c:pt idx="211">
                    <c:v>Jan 2025</c:v>
                  </c:pt>
                  <c:pt idx="212">
                    <c:v>Jan 2025</c:v>
                  </c:pt>
                  <c:pt idx="213">
                    <c:v>Jan 2025</c:v>
                  </c:pt>
                  <c:pt idx="214">
                    <c:v>Feb 2025</c:v>
                  </c:pt>
                  <c:pt idx="215">
                    <c:v>Feb 2025</c:v>
                  </c:pt>
                  <c:pt idx="216">
                    <c:v>Feb 2025</c:v>
                  </c:pt>
                  <c:pt idx="217">
                    <c:v>Feb 2025</c:v>
                  </c:pt>
                  <c:pt idx="218">
                    <c:v>Mar 2025</c:v>
                  </c:pt>
                  <c:pt idx="219">
                    <c:v>Mar 2025</c:v>
                  </c:pt>
                  <c:pt idx="220">
                    <c:v>Mar 2025</c:v>
                  </c:pt>
                  <c:pt idx="221">
                    <c:v>Mar 2025</c:v>
                  </c:pt>
                  <c:pt idx="222">
                    <c:v>Apr 2025</c:v>
                  </c:pt>
                  <c:pt idx="223">
                    <c:v>Apr 2025</c:v>
                  </c:pt>
                  <c:pt idx="224">
                    <c:v>Apr 2025</c:v>
                  </c:pt>
                  <c:pt idx="225">
                    <c:v>Apr 2025</c:v>
                  </c:pt>
                  <c:pt idx="226">
                    <c:v>May 2025</c:v>
                  </c:pt>
                  <c:pt idx="227">
                    <c:v>May 2025</c:v>
                  </c:pt>
                  <c:pt idx="228">
                    <c:v>May 2025</c:v>
                  </c:pt>
                  <c:pt idx="229">
                    <c:v>May 2025</c:v>
                  </c:pt>
                  <c:pt idx="230">
                    <c:v>May 2025</c:v>
                  </c:pt>
                  <c:pt idx="231">
                    <c:v>Jun 2025</c:v>
                  </c:pt>
                  <c:pt idx="232">
                    <c:v>Jun 2025</c:v>
                  </c:pt>
                  <c:pt idx="233">
                    <c:v>Jun 2025</c:v>
                  </c:pt>
                  <c:pt idx="234">
                    <c:v>Jun 2025</c:v>
                  </c:pt>
                  <c:pt idx="235">
                    <c:v>Jul 2025</c:v>
                  </c:pt>
                  <c:pt idx="236">
                    <c:v>Jul 2025</c:v>
                  </c:pt>
                  <c:pt idx="237">
                    <c:v>Jul 2025</c:v>
                  </c:pt>
                  <c:pt idx="238">
                    <c:v>Jul 2025</c:v>
                  </c:pt>
                  <c:pt idx="239">
                    <c:v>Aug 2025</c:v>
                  </c:pt>
                  <c:pt idx="240">
                    <c:v>Aug 2025</c:v>
                  </c:pt>
                  <c:pt idx="241">
                    <c:v>Aug 2025</c:v>
                  </c:pt>
                  <c:pt idx="242">
                    <c:v>Aug 2025</c:v>
                  </c:pt>
                  <c:pt idx="243">
                    <c:v>Aug 2025</c:v>
                  </c:pt>
                  <c:pt idx="244">
                    <c:v>Sep 2025</c:v>
                  </c:pt>
                  <c:pt idx="245">
                    <c:v>Sep 2025</c:v>
                  </c:pt>
                  <c:pt idx="246">
                    <c:v>Sep 2025</c:v>
                  </c:pt>
                  <c:pt idx="247">
                    <c:v>Sep 2025</c:v>
                  </c:pt>
                  <c:pt idx="248">
                    <c:v>Oct 2025</c:v>
                  </c:pt>
                  <c:pt idx="249">
                    <c:v>Oct 2025</c:v>
                  </c:pt>
                  <c:pt idx="250">
                    <c:v>Oct 2025</c:v>
                  </c:pt>
                  <c:pt idx="251">
                    <c:v>Oct 2025</c:v>
                  </c:pt>
                  <c:pt idx="252">
                    <c:v>Oct 2025</c:v>
                  </c:pt>
                  <c:pt idx="253">
                    <c:v>Nov 2025</c:v>
                  </c:pt>
                  <c:pt idx="254">
                    <c:v>Nov 2025</c:v>
                  </c:pt>
                  <c:pt idx="255">
                    <c:v>Nov 2025</c:v>
                  </c:pt>
                  <c:pt idx="256">
                    <c:v>Nov 2025</c:v>
                  </c:pt>
                  <c:pt idx="257">
                    <c:v>Dec 2025</c:v>
                  </c:pt>
                  <c:pt idx="258">
                    <c:v>Dec 2025</c:v>
                  </c:pt>
                  <c:pt idx="259">
                    <c:v>Dec 2025</c:v>
                  </c:pt>
                  <c:pt idx="260">
                    <c:v>Dec 2025</c:v>
                  </c:pt>
                </c:lvl>
              </c:multiLvlStrCache>
            </c:multiLvlStrRef>
          </c:cat>
          <c:val>
            <c:numRef>
              <c:f>Sheet1!$B$2:$B$262</c:f>
              <c:numCache>
                <c:formatCode>General</c:formatCode>
                <c:ptCount val="261"/>
                <c:pt idx="0">
                  <c:v>99.86</c:v>
                </c:pt>
                <c:pt idx="1">
                  <c:v>99.96</c:v>
                </c:pt>
                <c:pt idx="2">
                  <c:v>100</c:v>
                </c:pt>
                <c:pt idx="3">
                  <c:v>99.84</c:v>
                </c:pt>
                <c:pt idx="4">
                  <c:v>99.81</c:v>
                </c:pt>
                <c:pt idx="5">
                  <c:v>100</c:v>
                </c:pt>
                <c:pt idx="6">
                  <c:v>99.48</c:v>
                </c:pt>
                <c:pt idx="7">
                  <c:v>99.43</c:v>
                </c:pt>
                <c:pt idx="8">
                  <c:v>99.29</c:v>
                </c:pt>
                <c:pt idx="9">
                  <c:v>99.34</c:v>
                </c:pt>
                <c:pt idx="10">
                  <c:v>98.93</c:v>
                </c:pt>
                <c:pt idx="11">
                  <c:v>99</c:v>
                </c:pt>
                <c:pt idx="12">
                  <c:v>98.61</c:v>
                </c:pt>
                <c:pt idx="13">
                  <c:v>98.53</c:v>
                </c:pt>
                <c:pt idx="14">
                  <c:v>98.52</c:v>
                </c:pt>
                <c:pt idx="15">
                  <c:v>98.35</c:v>
                </c:pt>
                <c:pt idx="16">
                  <c:v>98.41</c:v>
                </c:pt>
                <c:pt idx="17">
                  <c:v>98.1</c:v>
                </c:pt>
                <c:pt idx="18">
                  <c:v>97.97</c:v>
                </c:pt>
                <c:pt idx="19">
                  <c:v>98.1</c:v>
                </c:pt>
                <c:pt idx="20">
                  <c:v>98.37</c:v>
                </c:pt>
                <c:pt idx="21">
                  <c:v>98.03</c:v>
                </c:pt>
                <c:pt idx="22">
                  <c:v>97.89</c:v>
                </c:pt>
                <c:pt idx="23">
                  <c:v>97.99</c:v>
                </c:pt>
                <c:pt idx="24">
                  <c:v>97.76</c:v>
                </c:pt>
                <c:pt idx="25">
                  <c:v>97.74</c:v>
                </c:pt>
                <c:pt idx="26">
                  <c:v>97.67</c:v>
                </c:pt>
                <c:pt idx="27">
                  <c:v>97.18</c:v>
                </c:pt>
                <c:pt idx="28">
                  <c:v>97.75</c:v>
                </c:pt>
                <c:pt idx="29">
                  <c:v>97.62</c:v>
                </c:pt>
                <c:pt idx="30">
                  <c:v>97.48</c:v>
                </c:pt>
                <c:pt idx="31">
                  <c:v>97.26</c:v>
                </c:pt>
                <c:pt idx="32">
                  <c:v>97.04</c:v>
                </c:pt>
                <c:pt idx="33">
                  <c:v>96.96</c:v>
                </c:pt>
                <c:pt idx="34">
                  <c:v>97.09</c:v>
                </c:pt>
                <c:pt idx="35">
                  <c:v>97.19</c:v>
                </c:pt>
                <c:pt idx="36">
                  <c:v>96.85</c:v>
                </c:pt>
                <c:pt idx="37">
                  <c:v>96.51</c:v>
                </c:pt>
                <c:pt idx="38">
                  <c:v>96.51</c:v>
                </c:pt>
                <c:pt idx="39">
                  <c:v>96.06</c:v>
                </c:pt>
                <c:pt idx="40">
                  <c:v>95.96</c:v>
                </c:pt>
                <c:pt idx="41">
                  <c:v>96.06</c:v>
                </c:pt>
                <c:pt idx="42">
                  <c:v>96.06</c:v>
                </c:pt>
                <c:pt idx="43">
                  <c:v>95.87</c:v>
                </c:pt>
                <c:pt idx="44">
                  <c:v>95.74</c:v>
                </c:pt>
                <c:pt idx="45">
                  <c:v>95.98</c:v>
                </c:pt>
                <c:pt idx="46">
                  <c:v>95.83</c:v>
                </c:pt>
                <c:pt idx="47">
                  <c:v>95.36</c:v>
                </c:pt>
                <c:pt idx="48">
                  <c:v>95.54</c:v>
                </c:pt>
                <c:pt idx="49">
                  <c:v>95.45</c:v>
                </c:pt>
                <c:pt idx="50">
                  <c:v>95.44</c:v>
                </c:pt>
                <c:pt idx="51">
                  <c:v>95.24</c:v>
                </c:pt>
                <c:pt idx="52">
                  <c:v>95.46</c:v>
                </c:pt>
                <c:pt idx="53">
                  <c:v>95.18</c:v>
                </c:pt>
                <c:pt idx="54">
                  <c:v>95.17</c:v>
                </c:pt>
                <c:pt idx="55">
                  <c:v>95.19</c:v>
                </c:pt>
                <c:pt idx="56">
                  <c:v>94.75</c:v>
                </c:pt>
                <c:pt idx="57">
                  <c:v>94.73</c:v>
                </c:pt>
                <c:pt idx="58">
                  <c:v>94.65</c:v>
                </c:pt>
                <c:pt idx="59">
                  <c:v>94.72</c:v>
                </c:pt>
                <c:pt idx="60">
                  <c:v>94.96</c:v>
                </c:pt>
                <c:pt idx="61">
                  <c:v>94.47</c:v>
                </c:pt>
                <c:pt idx="62">
                  <c:v>94.1</c:v>
                </c:pt>
                <c:pt idx="63">
                  <c:v>94.28</c:v>
                </c:pt>
                <c:pt idx="64">
                  <c:v>94.2</c:v>
                </c:pt>
                <c:pt idx="65">
                  <c:v>93.87</c:v>
                </c:pt>
                <c:pt idx="66">
                  <c:v>93.83</c:v>
                </c:pt>
                <c:pt idx="67">
                  <c:v>93.6</c:v>
                </c:pt>
                <c:pt idx="68">
                  <c:v>93.31</c:v>
                </c:pt>
                <c:pt idx="69">
                  <c:v>93.47</c:v>
                </c:pt>
                <c:pt idx="70">
                  <c:v>93.34</c:v>
                </c:pt>
                <c:pt idx="71">
                  <c:v>93.38</c:v>
                </c:pt>
                <c:pt idx="72">
                  <c:v>93.15</c:v>
                </c:pt>
                <c:pt idx="73">
                  <c:v>93.14</c:v>
                </c:pt>
                <c:pt idx="74">
                  <c:v>93.3</c:v>
                </c:pt>
                <c:pt idx="75">
                  <c:v>92.83</c:v>
                </c:pt>
                <c:pt idx="76">
                  <c:v>93.1</c:v>
                </c:pt>
                <c:pt idx="77">
                  <c:v>93.09</c:v>
                </c:pt>
                <c:pt idx="78">
                  <c:v>93.27</c:v>
                </c:pt>
                <c:pt idx="79">
                  <c:v>92.95</c:v>
                </c:pt>
                <c:pt idx="80">
                  <c:v>92.85</c:v>
                </c:pt>
                <c:pt idx="81">
                  <c:v>92.83</c:v>
                </c:pt>
                <c:pt idx="82">
                  <c:v>92.78</c:v>
                </c:pt>
                <c:pt idx="83">
                  <c:v>92.59</c:v>
                </c:pt>
                <c:pt idx="84">
                  <c:v>92.73</c:v>
                </c:pt>
                <c:pt idx="85">
                  <c:v>92.49</c:v>
                </c:pt>
                <c:pt idx="86">
                  <c:v>92.32</c:v>
                </c:pt>
                <c:pt idx="87">
                  <c:v>92.37</c:v>
                </c:pt>
                <c:pt idx="88">
                  <c:v>92.2</c:v>
                </c:pt>
                <c:pt idx="89">
                  <c:v>92.18</c:v>
                </c:pt>
                <c:pt idx="90">
                  <c:v>91.96</c:v>
                </c:pt>
                <c:pt idx="91">
                  <c:v>91.94</c:v>
                </c:pt>
                <c:pt idx="92">
                  <c:v>91.56</c:v>
                </c:pt>
                <c:pt idx="93">
                  <c:v>91.63</c:v>
                </c:pt>
                <c:pt idx="94">
                  <c:v>91.5</c:v>
                </c:pt>
                <c:pt idx="95">
                  <c:v>91.57</c:v>
                </c:pt>
                <c:pt idx="96">
                  <c:v>91.09</c:v>
                </c:pt>
                <c:pt idx="97">
                  <c:v>91.32</c:v>
                </c:pt>
                <c:pt idx="98">
                  <c:v>91.01</c:v>
                </c:pt>
                <c:pt idx="99">
                  <c:v>91.21</c:v>
                </c:pt>
                <c:pt idx="100">
                  <c:v>91.18</c:v>
                </c:pt>
                <c:pt idx="101">
                  <c:v>90.84</c:v>
                </c:pt>
                <c:pt idx="102">
                  <c:v>90.9</c:v>
                </c:pt>
                <c:pt idx="103">
                  <c:v>90.79</c:v>
                </c:pt>
                <c:pt idx="104">
                  <c:v>90.55</c:v>
                </c:pt>
                <c:pt idx="105">
                  <c:v>90.61</c:v>
                </c:pt>
                <c:pt idx="106">
                  <c:v>91.07</c:v>
                </c:pt>
                <c:pt idx="107">
                  <c:v>90.53</c:v>
                </c:pt>
                <c:pt idx="108">
                  <c:v>90.31</c:v>
                </c:pt>
                <c:pt idx="109">
                  <c:v>90.33</c:v>
                </c:pt>
                <c:pt idx="110">
                  <c:v>90.05</c:v>
                </c:pt>
                <c:pt idx="111">
                  <c:v>90.41</c:v>
                </c:pt>
                <c:pt idx="112">
                  <c:v>89.82</c:v>
                </c:pt>
                <c:pt idx="113">
                  <c:v>90.23</c:v>
                </c:pt>
                <c:pt idx="114">
                  <c:v>89.9</c:v>
                </c:pt>
                <c:pt idx="115">
                  <c:v>89.61</c:v>
                </c:pt>
                <c:pt idx="116">
                  <c:v>89.84</c:v>
                </c:pt>
                <c:pt idx="117">
                  <c:v>89.39</c:v>
                </c:pt>
                <c:pt idx="118">
                  <c:v>89.33</c:v>
                </c:pt>
                <c:pt idx="119">
                  <c:v>89.19</c:v>
                </c:pt>
                <c:pt idx="120">
                  <c:v>89.18</c:v>
                </c:pt>
                <c:pt idx="121">
                  <c:v>89.14</c:v>
                </c:pt>
                <c:pt idx="122">
                  <c:v>89</c:v>
                </c:pt>
                <c:pt idx="123">
                  <c:v>88.74</c:v>
                </c:pt>
                <c:pt idx="124">
                  <c:v>88.91</c:v>
                </c:pt>
                <c:pt idx="125">
                  <c:v>88.88</c:v>
                </c:pt>
                <c:pt idx="126">
                  <c:v>88.53</c:v>
                </c:pt>
                <c:pt idx="127">
                  <c:v>88.88</c:v>
                </c:pt>
                <c:pt idx="128">
                  <c:v>88.61</c:v>
                </c:pt>
                <c:pt idx="129">
                  <c:v>88.49</c:v>
                </c:pt>
                <c:pt idx="130">
                  <c:v>88.33</c:v>
                </c:pt>
                <c:pt idx="131">
                  <c:v>88.47</c:v>
                </c:pt>
                <c:pt idx="132">
                  <c:v>88.36</c:v>
                </c:pt>
                <c:pt idx="133">
                  <c:v>88.29</c:v>
                </c:pt>
                <c:pt idx="134">
                  <c:v>88.33</c:v>
                </c:pt>
                <c:pt idx="135">
                  <c:v>88.23</c:v>
                </c:pt>
                <c:pt idx="136">
                  <c:v>88.12</c:v>
                </c:pt>
                <c:pt idx="137">
                  <c:v>88.2</c:v>
                </c:pt>
                <c:pt idx="138">
                  <c:v>87.94</c:v>
                </c:pt>
                <c:pt idx="139">
                  <c:v>88.31</c:v>
                </c:pt>
                <c:pt idx="140">
                  <c:v>87.76</c:v>
                </c:pt>
                <c:pt idx="141">
                  <c:v>87.6</c:v>
                </c:pt>
                <c:pt idx="142">
                  <c:v>87.59</c:v>
                </c:pt>
                <c:pt idx="143">
                  <c:v>87.41</c:v>
                </c:pt>
                <c:pt idx="144">
                  <c:v>86.98</c:v>
                </c:pt>
                <c:pt idx="145">
                  <c:v>86.86</c:v>
                </c:pt>
                <c:pt idx="146">
                  <c:v>87.18</c:v>
                </c:pt>
                <c:pt idx="147">
                  <c:v>87.06</c:v>
                </c:pt>
                <c:pt idx="148">
                  <c:v>87.05</c:v>
                </c:pt>
                <c:pt idx="149">
                  <c:v>86.67</c:v>
                </c:pt>
                <c:pt idx="150">
                  <c:v>86.76</c:v>
                </c:pt>
                <c:pt idx="151">
                  <c:v>86.54</c:v>
                </c:pt>
                <c:pt idx="152">
                  <c:v>86.47</c:v>
                </c:pt>
                <c:pt idx="153">
                  <c:v>86.23</c:v>
                </c:pt>
                <c:pt idx="154">
                  <c:v>86.29</c:v>
                </c:pt>
                <c:pt idx="155">
                  <c:v>86.32</c:v>
                </c:pt>
                <c:pt idx="156">
                  <c:v>86.09</c:v>
                </c:pt>
                <c:pt idx="157">
                  <c:v>86.2</c:v>
                </c:pt>
                <c:pt idx="158">
                  <c:v>86.28</c:v>
                </c:pt>
                <c:pt idx="159">
                  <c:v>85.75</c:v>
                </c:pt>
                <c:pt idx="160">
                  <c:v>85.89</c:v>
                </c:pt>
                <c:pt idx="161">
                  <c:v>85.79</c:v>
                </c:pt>
                <c:pt idx="162">
                  <c:v>85.99</c:v>
                </c:pt>
                <c:pt idx="163">
                  <c:v>85.84</c:v>
                </c:pt>
                <c:pt idx="164">
                  <c:v>85.65</c:v>
                </c:pt>
                <c:pt idx="165">
                  <c:v>85.59</c:v>
                </c:pt>
                <c:pt idx="166">
                  <c:v>85.39</c:v>
                </c:pt>
                <c:pt idx="167">
                  <c:v>85.42</c:v>
                </c:pt>
                <c:pt idx="168">
                  <c:v>85.4</c:v>
                </c:pt>
                <c:pt idx="169">
                  <c:v>85.07</c:v>
                </c:pt>
                <c:pt idx="170">
                  <c:v>84.96</c:v>
                </c:pt>
                <c:pt idx="171">
                  <c:v>84.48</c:v>
                </c:pt>
                <c:pt idx="172">
                  <c:v>84.31</c:v>
                </c:pt>
                <c:pt idx="173">
                  <c:v>84.94</c:v>
                </c:pt>
                <c:pt idx="174">
                  <c:v>84.6</c:v>
                </c:pt>
                <c:pt idx="175">
                  <c:v>84.65</c:v>
                </c:pt>
                <c:pt idx="176">
                  <c:v>84.55</c:v>
                </c:pt>
                <c:pt idx="177">
                  <c:v>84.33</c:v>
                </c:pt>
                <c:pt idx="178">
                  <c:v>84.31</c:v>
                </c:pt>
                <c:pt idx="179">
                  <c:v>84.21</c:v>
                </c:pt>
                <c:pt idx="180">
                  <c:v>84.17</c:v>
                </c:pt>
                <c:pt idx="181">
                  <c:v>84.29</c:v>
                </c:pt>
                <c:pt idx="182">
                  <c:v>84.15</c:v>
                </c:pt>
                <c:pt idx="183">
                  <c:v>84.05</c:v>
                </c:pt>
                <c:pt idx="184">
                  <c:v>83.9</c:v>
                </c:pt>
                <c:pt idx="185">
                  <c:v>83.7</c:v>
                </c:pt>
                <c:pt idx="186">
                  <c:v>83.89</c:v>
                </c:pt>
                <c:pt idx="187">
                  <c:v>83.98</c:v>
                </c:pt>
                <c:pt idx="188">
                  <c:v>83.7</c:v>
                </c:pt>
                <c:pt idx="189">
                  <c:v>83.8</c:v>
                </c:pt>
                <c:pt idx="190">
                  <c:v>83.64</c:v>
                </c:pt>
                <c:pt idx="191">
                  <c:v>83.6</c:v>
                </c:pt>
                <c:pt idx="192">
                  <c:v>83.35</c:v>
                </c:pt>
                <c:pt idx="193">
                  <c:v>83.23</c:v>
                </c:pt>
                <c:pt idx="194">
                  <c:v>82.98</c:v>
                </c:pt>
                <c:pt idx="195">
                  <c:v>82.69</c:v>
                </c:pt>
                <c:pt idx="196">
                  <c:v>83.13</c:v>
                </c:pt>
                <c:pt idx="197">
                  <c:v>82.72</c:v>
                </c:pt>
                <c:pt idx="198">
                  <c:v>82.48</c:v>
                </c:pt>
                <c:pt idx="199">
                  <c:v>82.33</c:v>
                </c:pt>
                <c:pt idx="200">
                  <c:v>82.41</c:v>
                </c:pt>
                <c:pt idx="201">
                  <c:v>82.47</c:v>
                </c:pt>
                <c:pt idx="202">
                  <c:v>82.28</c:v>
                </c:pt>
                <c:pt idx="203">
                  <c:v>82.42</c:v>
                </c:pt>
                <c:pt idx="204">
                  <c:v>82.35</c:v>
                </c:pt>
                <c:pt idx="205">
                  <c:v>82.37</c:v>
                </c:pt>
                <c:pt idx="206">
                  <c:v>81.81</c:v>
                </c:pt>
                <c:pt idx="207">
                  <c:v>81.96</c:v>
                </c:pt>
                <c:pt idx="208">
                  <c:v>81.9</c:v>
                </c:pt>
                <c:pt idx="209">
                  <c:v>81.92</c:v>
                </c:pt>
                <c:pt idx="210">
                  <c:v>81.61</c:v>
                </c:pt>
                <c:pt idx="211">
                  <c:v>81.75</c:v>
                </c:pt>
                <c:pt idx="212">
                  <c:v>81.56</c:v>
                </c:pt>
                <c:pt idx="213">
                  <c:v>81.72</c:v>
                </c:pt>
                <c:pt idx="214">
                  <c:v>81.78</c:v>
                </c:pt>
                <c:pt idx="215">
                  <c:v>81.47</c:v>
                </c:pt>
                <c:pt idx="216">
                  <c:v>81.9</c:v>
                </c:pt>
                <c:pt idx="217">
                  <c:v>81.56</c:v>
                </c:pt>
                <c:pt idx="218">
                  <c:v>81.05</c:v>
                </c:pt>
                <c:pt idx="219">
                  <c:v>81.24</c:v>
                </c:pt>
                <c:pt idx="220">
                  <c:v>80.72</c:v>
                </c:pt>
                <c:pt idx="221">
                  <c:v>80.99</c:v>
                </c:pt>
                <c:pt idx="222">
                  <c:v>80.77</c:v>
                </c:pt>
                <c:pt idx="223">
                  <c:v>80.41</c:v>
                </c:pt>
                <c:pt idx="224">
                  <c:v>80.46</c:v>
                </c:pt>
                <c:pt idx="225">
                  <c:v>80.34</c:v>
                </c:pt>
                <c:pt idx="226">
                  <c:v>80.24</c:v>
                </c:pt>
                <c:pt idx="227">
                  <c:v>80.18</c:v>
                </c:pt>
                <c:pt idx="228">
                  <c:v>80.03</c:v>
                </c:pt>
                <c:pt idx="229">
                  <c:v>80.18</c:v>
                </c:pt>
                <c:pt idx="230">
                  <c:v>79.93</c:v>
                </c:pt>
                <c:pt idx="231">
                  <c:v>79.81</c:v>
                </c:pt>
                <c:pt idx="232">
                  <c:v>79.97</c:v>
                </c:pt>
                <c:pt idx="233">
                  <c:v>80.03</c:v>
                </c:pt>
                <c:pt idx="234">
                  <c:v>79.91</c:v>
                </c:pt>
                <c:pt idx="235">
                  <c:v>79.91</c:v>
                </c:pt>
                <c:pt idx="236">
                  <c:v>79.97</c:v>
                </c:pt>
                <c:pt idx="237">
                  <c:v>79.5</c:v>
                </c:pt>
                <c:pt idx="238">
                  <c:v>79.53</c:v>
                </c:pt>
                <c:pt idx="239">
                  <c:v>79.57</c:v>
                </c:pt>
                <c:pt idx="240">
                  <c:v>79.58</c:v>
                </c:pt>
                <c:pt idx="241">
                  <c:v>79.42</c:v>
                </c:pt>
                <c:pt idx="242">
                  <c:v>79.27</c:v>
                </c:pt>
                <c:pt idx="243">
                  <c:v>79.01</c:v>
                </c:pt>
                <c:pt idx="244">
                  <c:v>79.22</c:v>
                </c:pt>
                <c:pt idx="245">
                  <c:v>78.99</c:v>
                </c:pt>
                <c:pt idx="246">
                  <c:v>79.02</c:v>
                </c:pt>
                <c:pt idx="247">
                  <c:v>78.81</c:v>
                </c:pt>
                <c:pt idx="248">
                  <c:v>78.52</c:v>
                </c:pt>
                <c:pt idx="249">
                  <c:v>78.29</c:v>
                </c:pt>
                <c:pt idx="250">
                  <c:v>78.41</c:v>
                </c:pt>
                <c:pt idx="251">
                  <c:v>78.12</c:v>
                </c:pt>
                <c:pt idx="252">
                  <c:v>78.17</c:v>
                </c:pt>
                <c:pt idx="253">
                  <c:v>77.89</c:v>
                </c:pt>
                <c:pt idx="254">
                  <c:v>78.03</c:v>
                </c:pt>
                <c:pt idx="255">
                  <c:v>78.13</c:v>
                </c:pt>
                <c:pt idx="256">
                  <c:v>77.75</c:v>
                </c:pt>
                <c:pt idx="257">
                  <c:v>77.91</c:v>
                </c:pt>
                <c:pt idx="258">
                  <c:v>77.75</c:v>
                </c:pt>
                <c:pt idx="259">
                  <c:v>77.96</c:v>
                </c:pt>
                <c:pt idx="260">
                  <c:v>77.74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line fitted on the first 3 years, extended</c:v>
                </c:pt>
              </c:strCache>
            </c:strRef>
          </c:tx>
          <c:spPr>
            <a:solidFill>
              <a:srgbClr val="C98205"/>
            </a:solidFill>
            <a:ln w="25400" cap="flat">
              <a:solidFill>
                <a:srgbClr val="C9820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98205"/>
              </a:solidFill>
              <a:ln w="9525" cap="flat">
                <a:solidFill>
                  <a:srgbClr val="C9820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Sheet1!$A$2:$A$262</c:f>
              <c:multiLvlStrCache>
                <c:ptCount val="261"/>
                <c:lvl>
                  <c:pt idx="0">
                    <c:v>Jan 2021</c:v>
                  </c:pt>
                  <c:pt idx="1">
                    <c:v>Jan 2021</c:v>
                  </c:pt>
                  <c:pt idx="2">
                    <c:v>Jan 2021</c:v>
                  </c:pt>
                  <c:pt idx="3">
                    <c:v>Jan 2021</c:v>
                  </c:pt>
                  <c:pt idx="4">
                    <c:v>Jan 2021</c:v>
                  </c:pt>
                  <c:pt idx="5">
                    <c:v>Feb 2021</c:v>
                  </c:pt>
                  <c:pt idx="6">
                    <c:v>Feb 2021</c:v>
                  </c:pt>
                  <c:pt idx="7">
                    <c:v>Feb 2021</c:v>
                  </c:pt>
                  <c:pt idx="8">
                    <c:v>Feb 2021</c:v>
                  </c:pt>
                  <c:pt idx="9">
                    <c:v>Mar 2021</c:v>
                  </c:pt>
                  <c:pt idx="10">
                    <c:v>Mar 2021</c:v>
                  </c:pt>
                  <c:pt idx="11">
                    <c:v>Mar 2021</c:v>
                  </c:pt>
                  <c:pt idx="12">
                    <c:v>Mar 2021</c:v>
                  </c:pt>
                  <c:pt idx="13">
                    <c:v>Apr 2021</c:v>
                  </c:pt>
                  <c:pt idx="14">
                    <c:v>Apr 2021</c:v>
                  </c:pt>
                  <c:pt idx="15">
                    <c:v>Apr 2021</c:v>
                  </c:pt>
                  <c:pt idx="16">
                    <c:v>Apr 2021</c:v>
                  </c:pt>
                  <c:pt idx="17">
                    <c:v>Apr 2021</c:v>
                  </c:pt>
                  <c:pt idx="18">
                    <c:v>May 2021</c:v>
                  </c:pt>
                  <c:pt idx="19">
                    <c:v>May 2021</c:v>
                  </c:pt>
                  <c:pt idx="20">
                    <c:v>May 2021</c:v>
                  </c:pt>
                  <c:pt idx="21">
                    <c:v>May 2021</c:v>
                  </c:pt>
                  <c:pt idx="22">
                    <c:v>Jun 2021</c:v>
                  </c:pt>
                  <c:pt idx="23">
                    <c:v>Jun 2021</c:v>
                  </c:pt>
                  <c:pt idx="24">
                    <c:v>Jun 2021</c:v>
                  </c:pt>
                  <c:pt idx="25">
                    <c:v>Jun 2021</c:v>
                  </c:pt>
                  <c:pt idx="26">
                    <c:v>Jul 2021</c:v>
                  </c:pt>
                  <c:pt idx="27">
                    <c:v>Jul 2021</c:v>
                  </c:pt>
                  <c:pt idx="28">
                    <c:v>Jul 2021</c:v>
                  </c:pt>
                  <c:pt idx="29">
                    <c:v>Jul 2021</c:v>
                  </c:pt>
                  <c:pt idx="30">
                    <c:v>Jul 2021</c:v>
                  </c:pt>
                  <c:pt idx="31">
                    <c:v>Aug 2021</c:v>
                  </c:pt>
                  <c:pt idx="32">
                    <c:v>Aug 2021</c:v>
                  </c:pt>
                  <c:pt idx="33">
                    <c:v>Aug 2021</c:v>
                  </c:pt>
                  <c:pt idx="34">
                    <c:v>Aug 2021</c:v>
                  </c:pt>
                  <c:pt idx="35">
                    <c:v>Sep 2021</c:v>
                  </c:pt>
                  <c:pt idx="36">
                    <c:v>Sep 2021</c:v>
                  </c:pt>
                  <c:pt idx="37">
                    <c:v>Sep 2021</c:v>
                  </c:pt>
                  <c:pt idx="38">
                    <c:v>Sep 2021</c:v>
                  </c:pt>
                  <c:pt idx="39">
                    <c:v>Oct 2021</c:v>
                  </c:pt>
                  <c:pt idx="40">
                    <c:v>Oct 2021</c:v>
                  </c:pt>
                  <c:pt idx="41">
                    <c:v>Oct 2021</c:v>
                  </c:pt>
                  <c:pt idx="42">
                    <c:v>Oct 2021</c:v>
                  </c:pt>
                  <c:pt idx="43">
                    <c:v>Oct 2021</c:v>
                  </c:pt>
                  <c:pt idx="44">
                    <c:v>Nov 2021</c:v>
                  </c:pt>
                  <c:pt idx="45">
                    <c:v>Nov 2021</c:v>
                  </c:pt>
                  <c:pt idx="46">
                    <c:v>Nov 2021</c:v>
                  </c:pt>
                  <c:pt idx="47">
                    <c:v>Nov 2021</c:v>
                  </c:pt>
                  <c:pt idx="48">
                    <c:v>Dec 2021</c:v>
                  </c:pt>
                  <c:pt idx="49">
                    <c:v>Dec 2021</c:v>
                  </c:pt>
                  <c:pt idx="50">
                    <c:v>Dec 2021</c:v>
                  </c:pt>
                  <c:pt idx="51">
                    <c:v>Dec 2021</c:v>
                  </c:pt>
                  <c:pt idx="52">
                    <c:v>Dec 2021</c:v>
                  </c:pt>
                  <c:pt idx="53">
                    <c:v>Jan 2022</c:v>
                  </c:pt>
                  <c:pt idx="54">
                    <c:v>Jan 2022</c:v>
                  </c:pt>
                  <c:pt idx="55">
                    <c:v>Jan 2022</c:v>
                  </c:pt>
                  <c:pt idx="56">
                    <c:v>Jan 2022</c:v>
                  </c:pt>
                  <c:pt idx="57">
                    <c:v>Feb 2022</c:v>
                  </c:pt>
                  <c:pt idx="58">
                    <c:v>Feb 2022</c:v>
                  </c:pt>
                  <c:pt idx="59">
                    <c:v>Feb 2022</c:v>
                  </c:pt>
                  <c:pt idx="60">
                    <c:v>Feb 2022</c:v>
                  </c:pt>
                  <c:pt idx="61">
                    <c:v>Mar 2022</c:v>
                  </c:pt>
                  <c:pt idx="62">
                    <c:v>Mar 2022</c:v>
                  </c:pt>
                  <c:pt idx="63">
                    <c:v>Mar 2022</c:v>
                  </c:pt>
                  <c:pt idx="64">
                    <c:v>Mar 2022</c:v>
                  </c:pt>
                  <c:pt idx="65">
                    <c:v>Apr 2022</c:v>
                  </c:pt>
                  <c:pt idx="66">
                    <c:v>Apr 2022</c:v>
                  </c:pt>
                  <c:pt idx="67">
                    <c:v>Apr 2022</c:v>
                  </c:pt>
                  <c:pt idx="68">
                    <c:v>Apr 2022</c:v>
                  </c:pt>
                  <c:pt idx="69">
                    <c:v>Apr 2022</c:v>
                  </c:pt>
                  <c:pt idx="70">
                    <c:v>May 2022</c:v>
                  </c:pt>
                  <c:pt idx="71">
                    <c:v>May 2022</c:v>
                  </c:pt>
                  <c:pt idx="72">
                    <c:v>May 2022</c:v>
                  </c:pt>
                  <c:pt idx="73">
                    <c:v>May 2022</c:v>
                  </c:pt>
                  <c:pt idx="74">
                    <c:v>Jun 2022</c:v>
                  </c:pt>
                  <c:pt idx="75">
                    <c:v>Jun 2022</c:v>
                  </c:pt>
                  <c:pt idx="76">
                    <c:v>Jun 2022</c:v>
                  </c:pt>
                  <c:pt idx="77">
                    <c:v>Jun 2022</c:v>
                  </c:pt>
                  <c:pt idx="78">
                    <c:v>Jul 2022</c:v>
                  </c:pt>
                  <c:pt idx="79">
                    <c:v>Jul 2022</c:v>
                  </c:pt>
                  <c:pt idx="80">
                    <c:v>Jul 2022</c:v>
                  </c:pt>
                  <c:pt idx="81">
                    <c:v>Jul 2022</c:v>
                  </c:pt>
                  <c:pt idx="82">
                    <c:v>Jul 2022</c:v>
                  </c:pt>
                  <c:pt idx="83">
                    <c:v>Aug 2022</c:v>
                  </c:pt>
                  <c:pt idx="84">
                    <c:v>Aug 2022</c:v>
                  </c:pt>
                  <c:pt idx="85">
                    <c:v>Aug 2022</c:v>
                  </c:pt>
                  <c:pt idx="86">
                    <c:v>Aug 2022</c:v>
                  </c:pt>
                  <c:pt idx="87">
                    <c:v>Sep 2022</c:v>
                  </c:pt>
                  <c:pt idx="88">
                    <c:v>Sep 2022</c:v>
                  </c:pt>
                  <c:pt idx="89">
                    <c:v>Sep 2022</c:v>
                  </c:pt>
                  <c:pt idx="90">
                    <c:v>Sep 2022</c:v>
                  </c:pt>
                  <c:pt idx="91">
                    <c:v>Sep 2022</c:v>
                  </c:pt>
                  <c:pt idx="92">
                    <c:v>Oct 2022</c:v>
                  </c:pt>
                  <c:pt idx="93">
                    <c:v>Oct 2022</c:v>
                  </c:pt>
                  <c:pt idx="94">
                    <c:v>Oct 2022</c:v>
                  </c:pt>
                  <c:pt idx="95">
                    <c:v>Oct 2022</c:v>
                  </c:pt>
                  <c:pt idx="96">
                    <c:v>Nov 2022</c:v>
                  </c:pt>
                  <c:pt idx="97">
                    <c:v>Nov 2022</c:v>
                  </c:pt>
                  <c:pt idx="98">
                    <c:v>Nov 2022</c:v>
                  </c:pt>
                  <c:pt idx="99">
                    <c:v>Nov 2022</c:v>
                  </c:pt>
                  <c:pt idx="100">
                    <c:v>Dec 2022</c:v>
                  </c:pt>
                  <c:pt idx="101">
                    <c:v>Dec 2022</c:v>
                  </c:pt>
                  <c:pt idx="102">
                    <c:v>Dec 2022</c:v>
                  </c:pt>
                  <c:pt idx="103">
                    <c:v>Dec 2022</c:v>
                  </c:pt>
                  <c:pt idx="104">
                    <c:v>Dec 2022</c:v>
                  </c:pt>
                  <c:pt idx="105">
                    <c:v>Jan 2023</c:v>
                  </c:pt>
                  <c:pt idx="106">
                    <c:v>Jan 2023</c:v>
                  </c:pt>
                  <c:pt idx="107">
                    <c:v>Jan 2023</c:v>
                  </c:pt>
                  <c:pt idx="108">
                    <c:v>Jan 2023</c:v>
                  </c:pt>
                  <c:pt idx="109">
                    <c:v>Feb 2023</c:v>
                  </c:pt>
                  <c:pt idx="110">
                    <c:v>Feb 2023</c:v>
                  </c:pt>
                  <c:pt idx="111">
                    <c:v>Feb 2023</c:v>
                  </c:pt>
                  <c:pt idx="112">
                    <c:v>Feb 2023</c:v>
                  </c:pt>
                  <c:pt idx="113">
                    <c:v>Mar 2023</c:v>
                  </c:pt>
                  <c:pt idx="114">
                    <c:v>Mar 2023</c:v>
                  </c:pt>
                  <c:pt idx="115">
                    <c:v>Mar 2023</c:v>
                  </c:pt>
                  <c:pt idx="116">
                    <c:v>Mar 2023</c:v>
                  </c:pt>
                  <c:pt idx="117">
                    <c:v>Mar 2023</c:v>
                  </c:pt>
                  <c:pt idx="118">
                    <c:v>Apr 2023</c:v>
                  </c:pt>
                  <c:pt idx="119">
                    <c:v>Apr 2023</c:v>
                  </c:pt>
                  <c:pt idx="120">
                    <c:v>Apr 2023</c:v>
                  </c:pt>
                  <c:pt idx="121">
                    <c:v>Apr 2023</c:v>
                  </c:pt>
                  <c:pt idx="122">
                    <c:v>May 2023</c:v>
                  </c:pt>
                  <c:pt idx="123">
                    <c:v>May 2023</c:v>
                  </c:pt>
                  <c:pt idx="124">
                    <c:v>May 2023</c:v>
                  </c:pt>
                  <c:pt idx="125">
                    <c:v>May 2023</c:v>
                  </c:pt>
                  <c:pt idx="126">
                    <c:v>Jun 2023</c:v>
                  </c:pt>
                  <c:pt idx="127">
                    <c:v>Jun 2023</c:v>
                  </c:pt>
                  <c:pt idx="128">
                    <c:v>Jun 2023</c:v>
                  </c:pt>
                  <c:pt idx="129">
                    <c:v>Jun 2023</c:v>
                  </c:pt>
                  <c:pt idx="130">
                    <c:v>Jun 2023</c:v>
                  </c:pt>
                  <c:pt idx="131">
                    <c:v>Jul 2023</c:v>
                  </c:pt>
                  <c:pt idx="132">
                    <c:v>Jul 2023</c:v>
                  </c:pt>
                  <c:pt idx="133">
                    <c:v>Jul 2023</c:v>
                  </c:pt>
                  <c:pt idx="134">
                    <c:v>Jul 2023</c:v>
                  </c:pt>
                  <c:pt idx="135">
                    <c:v>Aug 2023</c:v>
                  </c:pt>
                  <c:pt idx="136">
                    <c:v>Aug 2023</c:v>
                  </c:pt>
                  <c:pt idx="137">
                    <c:v>Aug 2023</c:v>
                  </c:pt>
                  <c:pt idx="138">
                    <c:v>Aug 2023</c:v>
                  </c:pt>
                  <c:pt idx="139">
                    <c:v>Sep 2023</c:v>
                  </c:pt>
                  <c:pt idx="140">
                    <c:v>Sep 2023</c:v>
                  </c:pt>
                  <c:pt idx="141">
                    <c:v>Sep 2023</c:v>
                  </c:pt>
                  <c:pt idx="142">
                    <c:v>Sep 2023</c:v>
                  </c:pt>
                  <c:pt idx="143">
                    <c:v>Sep 2023</c:v>
                  </c:pt>
                  <c:pt idx="144">
                    <c:v>Oct 2023</c:v>
                  </c:pt>
                  <c:pt idx="145">
                    <c:v>Oct 2023</c:v>
                  </c:pt>
                  <c:pt idx="146">
                    <c:v>Oct 2023</c:v>
                  </c:pt>
                  <c:pt idx="147">
                    <c:v>Oct 2023</c:v>
                  </c:pt>
                  <c:pt idx="148">
                    <c:v>Nov 2023</c:v>
                  </c:pt>
                  <c:pt idx="149">
                    <c:v>Nov 2023</c:v>
                  </c:pt>
                  <c:pt idx="150">
                    <c:v>Nov 2023</c:v>
                  </c:pt>
                  <c:pt idx="151">
                    <c:v>Nov 2023</c:v>
                  </c:pt>
                  <c:pt idx="152">
                    <c:v>Dec 2023</c:v>
                  </c:pt>
                  <c:pt idx="153">
                    <c:v>Dec 2023</c:v>
                  </c:pt>
                  <c:pt idx="154">
                    <c:v>Dec 2023</c:v>
                  </c:pt>
                  <c:pt idx="155">
                    <c:v>Dec 2023</c:v>
                  </c:pt>
                  <c:pt idx="156">
                    <c:v>Dec 2023</c:v>
                  </c:pt>
                  <c:pt idx="157">
                    <c:v>Jan 2024</c:v>
                  </c:pt>
                  <c:pt idx="158">
                    <c:v>Jan 2024</c:v>
                  </c:pt>
                  <c:pt idx="159">
                    <c:v>Jan 2024</c:v>
                  </c:pt>
                  <c:pt idx="160">
                    <c:v>Jan 2024</c:v>
                  </c:pt>
                  <c:pt idx="161">
                    <c:v>Feb 2024</c:v>
                  </c:pt>
                  <c:pt idx="162">
                    <c:v>Feb 2024</c:v>
                  </c:pt>
                  <c:pt idx="163">
                    <c:v>Feb 2024</c:v>
                  </c:pt>
                  <c:pt idx="164">
                    <c:v>Feb 2024</c:v>
                  </c:pt>
                  <c:pt idx="165">
                    <c:v>Mar 2024</c:v>
                  </c:pt>
                  <c:pt idx="166">
                    <c:v>Mar 2024</c:v>
                  </c:pt>
                  <c:pt idx="167">
                    <c:v>Mar 2024</c:v>
                  </c:pt>
                  <c:pt idx="168">
                    <c:v>Mar 2024</c:v>
                  </c:pt>
                  <c:pt idx="169">
                    <c:v>Mar 2024</c:v>
                  </c:pt>
                  <c:pt idx="170">
                    <c:v>Apr 2024</c:v>
                  </c:pt>
                  <c:pt idx="171">
                    <c:v>Apr 2024</c:v>
                  </c:pt>
                  <c:pt idx="172">
                    <c:v>Apr 2024</c:v>
                  </c:pt>
                  <c:pt idx="173">
                    <c:v>Apr 2024</c:v>
                  </c:pt>
                  <c:pt idx="174">
                    <c:v>May 2024</c:v>
                  </c:pt>
                  <c:pt idx="175">
                    <c:v>May 2024</c:v>
                  </c:pt>
                  <c:pt idx="176">
                    <c:v>May 2024</c:v>
                  </c:pt>
                  <c:pt idx="177">
                    <c:v>May 2024</c:v>
                  </c:pt>
                  <c:pt idx="178">
                    <c:v>May 2024</c:v>
                  </c:pt>
                  <c:pt idx="179">
                    <c:v>Jun 2024</c:v>
                  </c:pt>
                  <c:pt idx="180">
                    <c:v>Jun 2024</c:v>
                  </c:pt>
                  <c:pt idx="181">
                    <c:v>Jun 2024</c:v>
                  </c:pt>
                  <c:pt idx="182">
                    <c:v>Jun 2024</c:v>
                  </c:pt>
                  <c:pt idx="183">
                    <c:v>Jul 2024</c:v>
                  </c:pt>
                  <c:pt idx="184">
                    <c:v>Jul 2024</c:v>
                  </c:pt>
                  <c:pt idx="185">
                    <c:v>Jul 2024</c:v>
                  </c:pt>
                  <c:pt idx="186">
                    <c:v>Jul 2024</c:v>
                  </c:pt>
                  <c:pt idx="187">
                    <c:v>Aug 2024</c:v>
                  </c:pt>
                  <c:pt idx="188">
                    <c:v>Aug 2024</c:v>
                  </c:pt>
                  <c:pt idx="189">
                    <c:v>Aug 2024</c:v>
                  </c:pt>
                  <c:pt idx="190">
                    <c:v>Aug 2024</c:v>
                  </c:pt>
                  <c:pt idx="191">
                    <c:v>Aug 2024</c:v>
                  </c:pt>
                  <c:pt idx="192">
                    <c:v>Sep 2024</c:v>
                  </c:pt>
                  <c:pt idx="193">
                    <c:v>Sep 2024</c:v>
                  </c:pt>
                  <c:pt idx="194">
                    <c:v>Sep 2024</c:v>
                  </c:pt>
                  <c:pt idx="195">
                    <c:v>Sep 2024</c:v>
                  </c:pt>
                  <c:pt idx="196">
                    <c:v>Oct 2024</c:v>
                  </c:pt>
                  <c:pt idx="197">
                    <c:v>Oct 2024</c:v>
                  </c:pt>
                  <c:pt idx="198">
                    <c:v>Oct 2024</c:v>
                  </c:pt>
                  <c:pt idx="199">
                    <c:v>Oct 2024</c:v>
                  </c:pt>
                  <c:pt idx="200">
                    <c:v>Nov 2024</c:v>
                  </c:pt>
                  <c:pt idx="201">
                    <c:v>Nov 2024</c:v>
                  </c:pt>
                  <c:pt idx="202">
                    <c:v>Nov 2024</c:v>
                  </c:pt>
                  <c:pt idx="203">
                    <c:v>Nov 2024</c:v>
                  </c:pt>
                  <c:pt idx="204">
                    <c:v>Nov 2024</c:v>
                  </c:pt>
                  <c:pt idx="205">
                    <c:v>Dec 2024</c:v>
                  </c:pt>
                  <c:pt idx="206">
                    <c:v>Dec 2024</c:v>
                  </c:pt>
                  <c:pt idx="207">
                    <c:v>Dec 2024</c:v>
                  </c:pt>
                  <c:pt idx="208">
                    <c:v>Dec 2024</c:v>
                  </c:pt>
                  <c:pt idx="209">
                    <c:v>Jan 2025</c:v>
                  </c:pt>
                  <c:pt idx="210">
                    <c:v>Jan 2025</c:v>
                  </c:pt>
                  <c:pt idx="211">
                    <c:v>Jan 2025</c:v>
                  </c:pt>
                  <c:pt idx="212">
                    <c:v>Jan 2025</c:v>
                  </c:pt>
                  <c:pt idx="213">
                    <c:v>Jan 2025</c:v>
                  </c:pt>
                  <c:pt idx="214">
                    <c:v>Feb 2025</c:v>
                  </c:pt>
                  <c:pt idx="215">
                    <c:v>Feb 2025</c:v>
                  </c:pt>
                  <c:pt idx="216">
                    <c:v>Feb 2025</c:v>
                  </c:pt>
                  <c:pt idx="217">
                    <c:v>Feb 2025</c:v>
                  </c:pt>
                  <c:pt idx="218">
                    <c:v>Mar 2025</c:v>
                  </c:pt>
                  <c:pt idx="219">
                    <c:v>Mar 2025</c:v>
                  </c:pt>
                  <c:pt idx="220">
                    <c:v>Mar 2025</c:v>
                  </c:pt>
                  <c:pt idx="221">
                    <c:v>Mar 2025</c:v>
                  </c:pt>
                  <c:pt idx="222">
                    <c:v>Apr 2025</c:v>
                  </c:pt>
                  <c:pt idx="223">
                    <c:v>Apr 2025</c:v>
                  </c:pt>
                  <c:pt idx="224">
                    <c:v>Apr 2025</c:v>
                  </c:pt>
                  <c:pt idx="225">
                    <c:v>Apr 2025</c:v>
                  </c:pt>
                  <c:pt idx="226">
                    <c:v>May 2025</c:v>
                  </c:pt>
                  <c:pt idx="227">
                    <c:v>May 2025</c:v>
                  </c:pt>
                  <c:pt idx="228">
                    <c:v>May 2025</c:v>
                  </c:pt>
                  <c:pt idx="229">
                    <c:v>May 2025</c:v>
                  </c:pt>
                  <c:pt idx="230">
                    <c:v>May 2025</c:v>
                  </c:pt>
                  <c:pt idx="231">
                    <c:v>Jun 2025</c:v>
                  </c:pt>
                  <c:pt idx="232">
                    <c:v>Jun 2025</c:v>
                  </c:pt>
                  <c:pt idx="233">
                    <c:v>Jun 2025</c:v>
                  </c:pt>
                  <c:pt idx="234">
                    <c:v>Jun 2025</c:v>
                  </c:pt>
                  <c:pt idx="235">
                    <c:v>Jul 2025</c:v>
                  </c:pt>
                  <c:pt idx="236">
                    <c:v>Jul 2025</c:v>
                  </c:pt>
                  <c:pt idx="237">
                    <c:v>Jul 2025</c:v>
                  </c:pt>
                  <c:pt idx="238">
                    <c:v>Jul 2025</c:v>
                  </c:pt>
                  <c:pt idx="239">
                    <c:v>Aug 2025</c:v>
                  </c:pt>
                  <c:pt idx="240">
                    <c:v>Aug 2025</c:v>
                  </c:pt>
                  <c:pt idx="241">
                    <c:v>Aug 2025</c:v>
                  </c:pt>
                  <c:pt idx="242">
                    <c:v>Aug 2025</c:v>
                  </c:pt>
                  <c:pt idx="243">
                    <c:v>Aug 2025</c:v>
                  </c:pt>
                  <c:pt idx="244">
                    <c:v>Sep 2025</c:v>
                  </c:pt>
                  <c:pt idx="245">
                    <c:v>Sep 2025</c:v>
                  </c:pt>
                  <c:pt idx="246">
                    <c:v>Sep 2025</c:v>
                  </c:pt>
                  <c:pt idx="247">
                    <c:v>Sep 2025</c:v>
                  </c:pt>
                  <c:pt idx="248">
                    <c:v>Oct 2025</c:v>
                  </c:pt>
                  <c:pt idx="249">
                    <c:v>Oct 2025</c:v>
                  </c:pt>
                  <c:pt idx="250">
                    <c:v>Oct 2025</c:v>
                  </c:pt>
                  <c:pt idx="251">
                    <c:v>Oct 2025</c:v>
                  </c:pt>
                  <c:pt idx="252">
                    <c:v>Oct 2025</c:v>
                  </c:pt>
                  <c:pt idx="253">
                    <c:v>Nov 2025</c:v>
                  </c:pt>
                  <c:pt idx="254">
                    <c:v>Nov 2025</c:v>
                  </c:pt>
                  <c:pt idx="255">
                    <c:v>Nov 2025</c:v>
                  </c:pt>
                  <c:pt idx="256">
                    <c:v>Nov 2025</c:v>
                  </c:pt>
                  <c:pt idx="257">
                    <c:v>Dec 2025</c:v>
                  </c:pt>
                  <c:pt idx="258">
                    <c:v>Dec 2025</c:v>
                  </c:pt>
                  <c:pt idx="259">
                    <c:v>Dec 2025</c:v>
                  </c:pt>
                  <c:pt idx="260">
                    <c:v>Dec 2025</c:v>
                  </c:pt>
                </c:lvl>
              </c:multiLvlStrCache>
            </c:multiLvlStrRef>
          </c:cat>
          <c:val>
            <c:numRef>
              <c:f>Sheet1!$C$2:$C$262</c:f>
              <c:numCache>
                <c:formatCode>General</c:formatCode>
                <c:ptCount val="261"/>
                <c:pt idx="0">
                  <c:v>99.88</c:v>
                </c:pt>
                <c:pt idx="1">
                  <c:v>99.79</c:v>
                </c:pt>
                <c:pt idx="2">
                  <c:v>99.7</c:v>
                </c:pt>
                <c:pt idx="3">
                  <c:v>99.62</c:v>
                </c:pt>
                <c:pt idx="4">
                  <c:v>99.53</c:v>
                </c:pt>
                <c:pt idx="5">
                  <c:v>99.44</c:v>
                </c:pt>
                <c:pt idx="6">
                  <c:v>99.35</c:v>
                </c:pt>
                <c:pt idx="7">
                  <c:v>99.26</c:v>
                </c:pt>
                <c:pt idx="8">
                  <c:v>99.18</c:v>
                </c:pt>
                <c:pt idx="9">
                  <c:v>99.09</c:v>
                </c:pt>
                <c:pt idx="10">
                  <c:v>99</c:v>
                </c:pt>
                <c:pt idx="11">
                  <c:v>98.91</c:v>
                </c:pt>
                <c:pt idx="12">
                  <c:v>98.82</c:v>
                </c:pt>
                <c:pt idx="13">
                  <c:v>98.74</c:v>
                </c:pt>
                <c:pt idx="14">
                  <c:v>98.65</c:v>
                </c:pt>
                <c:pt idx="15">
                  <c:v>98.56</c:v>
                </c:pt>
                <c:pt idx="16">
                  <c:v>98.47</c:v>
                </c:pt>
                <c:pt idx="17">
                  <c:v>98.38</c:v>
                </c:pt>
                <c:pt idx="18">
                  <c:v>98.29</c:v>
                </c:pt>
                <c:pt idx="19">
                  <c:v>98.21</c:v>
                </c:pt>
                <c:pt idx="20">
                  <c:v>98.12</c:v>
                </c:pt>
                <c:pt idx="21">
                  <c:v>98.03</c:v>
                </c:pt>
                <c:pt idx="22">
                  <c:v>97.94</c:v>
                </c:pt>
                <c:pt idx="23">
                  <c:v>97.85</c:v>
                </c:pt>
                <c:pt idx="24">
                  <c:v>97.77</c:v>
                </c:pt>
                <c:pt idx="25">
                  <c:v>97.68</c:v>
                </c:pt>
                <c:pt idx="26">
                  <c:v>97.59</c:v>
                </c:pt>
                <c:pt idx="27">
                  <c:v>97.5</c:v>
                </c:pt>
                <c:pt idx="28">
                  <c:v>97.41</c:v>
                </c:pt>
                <c:pt idx="29">
                  <c:v>97.33</c:v>
                </c:pt>
                <c:pt idx="30">
                  <c:v>97.24</c:v>
                </c:pt>
                <c:pt idx="31">
                  <c:v>97.15</c:v>
                </c:pt>
                <c:pt idx="32">
                  <c:v>97.06</c:v>
                </c:pt>
                <c:pt idx="33">
                  <c:v>96.97</c:v>
                </c:pt>
                <c:pt idx="34">
                  <c:v>96.89</c:v>
                </c:pt>
                <c:pt idx="35">
                  <c:v>96.8</c:v>
                </c:pt>
                <c:pt idx="36">
                  <c:v>96.71</c:v>
                </c:pt>
                <c:pt idx="37">
                  <c:v>96.62</c:v>
                </c:pt>
                <c:pt idx="38">
                  <c:v>96.53</c:v>
                </c:pt>
                <c:pt idx="39">
                  <c:v>96.45</c:v>
                </c:pt>
                <c:pt idx="40">
                  <c:v>96.36</c:v>
                </c:pt>
                <c:pt idx="41">
                  <c:v>96.27</c:v>
                </c:pt>
                <c:pt idx="42">
                  <c:v>96.18</c:v>
                </c:pt>
                <c:pt idx="43">
                  <c:v>96.09</c:v>
                </c:pt>
                <c:pt idx="44">
                  <c:v>96.01</c:v>
                </c:pt>
                <c:pt idx="45">
                  <c:v>95.92</c:v>
                </c:pt>
                <c:pt idx="46">
                  <c:v>95.83</c:v>
                </c:pt>
                <c:pt idx="47">
                  <c:v>95.74</c:v>
                </c:pt>
                <c:pt idx="48">
                  <c:v>95.65</c:v>
                </c:pt>
                <c:pt idx="49">
                  <c:v>95.57</c:v>
                </c:pt>
                <c:pt idx="50">
                  <c:v>95.48</c:v>
                </c:pt>
                <c:pt idx="51">
                  <c:v>95.39</c:v>
                </c:pt>
                <c:pt idx="52">
                  <c:v>95.3</c:v>
                </c:pt>
                <c:pt idx="53">
                  <c:v>95.21</c:v>
                </c:pt>
                <c:pt idx="54">
                  <c:v>95.12</c:v>
                </c:pt>
                <c:pt idx="55">
                  <c:v>95.04</c:v>
                </c:pt>
                <c:pt idx="56">
                  <c:v>94.95</c:v>
                </c:pt>
                <c:pt idx="57">
                  <c:v>94.86</c:v>
                </c:pt>
                <c:pt idx="58">
                  <c:v>94.77</c:v>
                </c:pt>
                <c:pt idx="59">
                  <c:v>94.68</c:v>
                </c:pt>
                <c:pt idx="60">
                  <c:v>94.6</c:v>
                </c:pt>
                <c:pt idx="61">
                  <c:v>94.51</c:v>
                </c:pt>
                <c:pt idx="62">
                  <c:v>94.42</c:v>
                </c:pt>
                <c:pt idx="63">
                  <c:v>94.33</c:v>
                </c:pt>
                <c:pt idx="64">
                  <c:v>94.24</c:v>
                </c:pt>
                <c:pt idx="65">
                  <c:v>94.16</c:v>
                </c:pt>
                <c:pt idx="66">
                  <c:v>94.07</c:v>
                </c:pt>
                <c:pt idx="67">
                  <c:v>93.98</c:v>
                </c:pt>
                <c:pt idx="68">
                  <c:v>93.89</c:v>
                </c:pt>
                <c:pt idx="69">
                  <c:v>93.8</c:v>
                </c:pt>
                <c:pt idx="70">
                  <c:v>93.72</c:v>
                </c:pt>
                <c:pt idx="71">
                  <c:v>93.63</c:v>
                </c:pt>
                <c:pt idx="72">
                  <c:v>93.54</c:v>
                </c:pt>
                <c:pt idx="73">
                  <c:v>93.45</c:v>
                </c:pt>
                <c:pt idx="74">
                  <c:v>93.36</c:v>
                </c:pt>
                <c:pt idx="75">
                  <c:v>93.28</c:v>
                </c:pt>
                <c:pt idx="76">
                  <c:v>93.19</c:v>
                </c:pt>
                <c:pt idx="77">
                  <c:v>93.1</c:v>
                </c:pt>
                <c:pt idx="78">
                  <c:v>93.01</c:v>
                </c:pt>
                <c:pt idx="79">
                  <c:v>92.92</c:v>
                </c:pt>
                <c:pt idx="80">
                  <c:v>92.84</c:v>
                </c:pt>
                <c:pt idx="81">
                  <c:v>92.75</c:v>
                </c:pt>
                <c:pt idx="82">
                  <c:v>92.66</c:v>
                </c:pt>
                <c:pt idx="83">
                  <c:v>92.57</c:v>
                </c:pt>
                <c:pt idx="84">
                  <c:v>92.48</c:v>
                </c:pt>
                <c:pt idx="85">
                  <c:v>92.39</c:v>
                </c:pt>
                <c:pt idx="86">
                  <c:v>92.31</c:v>
                </c:pt>
                <c:pt idx="87">
                  <c:v>92.22</c:v>
                </c:pt>
                <c:pt idx="88">
                  <c:v>92.13</c:v>
                </c:pt>
                <c:pt idx="89">
                  <c:v>92.04</c:v>
                </c:pt>
                <c:pt idx="90">
                  <c:v>91.95</c:v>
                </c:pt>
                <c:pt idx="91">
                  <c:v>91.87</c:v>
                </c:pt>
                <c:pt idx="92">
                  <c:v>91.78</c:v>
                </c:pt>
                <c:pt idx="93">
                  <c:v>91.69</c:v>
                </c:pt>
                <c:pt idx="94">
                  <c:v>91.6</c:v>
                </c:pt>
                <c:pt idx="95">
                  <c:v>91.51</c:v>
                </c:pt>
                <c:pt idx="96">
                  <c:v>91.43</c:v>
                </c:pt>
                <c:pt idx="97">
                  <c:v>91.34</c:v>
                </c:pt>
                <c:pt idx="98">
                  <c:v>91.25</c:v>
                </c:pt>
                <c:pt idx="99">
                  <c:v>91.16</c:v>
                </c:pt>
                <c:pt idx="100">
                  <c:v>91.07</c:v>
                </c:pt>
                <c:pt idx="101">
                  <c:v>90.99</c:v>
                </c:pt>
                <c:pt idx="102">
                  <c:v>90.9</c:v>
                </c:pt>
                <c:pt idx="103">
                  <c:v>90.81</c:v>
                </c:pt>
                <c:pt idx="104">
                  <c:v>90.72</c:v>
                </c:pt>
                <c:pt idx="105">
                  <c:v>90.63</c:v>
                </c:pt>
                <c:pt idx="106">
                  <c:v>90.55</c:v>
                </c:pt>
                <c:pt idx="107">
                  <c:v>90.46</c:v>
                </c:pt>
                <c:pt idx="108">
                  <c:v>90.37</c:v>
                </c:pt>
                <c:pt idx="109">
                  <c:v>90.28</c:v>
                </c:pt>
                <c:pt idx="110">
                  <c:v>90.19</c:v>
                </c:pt>
                <c:pt idx="111">
                  <c:v>90.11</c:v>
                </c:pt>
                <c:pt idx="112">
                  <c:v>90.02</c:v>
                </c:pt>
                <c:pt idx="113">
                  <c:v>89.93</c:v>
                </c:pt>
                <c:pt idx="114">
                  <c:v>89.84</c:v>
                </c:pt>
                <c:pt idx="115">
                  <c:v>89.75</c:v>
                </c:pt>
                <c:pt idx="116">
                  <c:v>89.66</c:v>
                </c:pt>
                <c:pt idx="117">
                  <c:v>89.58</c:v>
                </c:pt>
                <c:pt idx="118">
                  <c:v>89.49</c:v>
                </c:pt>
                <c:pt idx="119">
                  <c:v>89.4</c:v>
                </c:pt>
                <c:pt idx="120">
                  <c:v>89.31</c:v>
                </c:pt>
                <c:pt idx="121">
                  <c:v>89.22</c:v>
                </c:pt>
                <c:pt idx="122">
                  <c:v>89.14</c:v>
                </c:pt>
                <c:pt idx="123">
                  <c:v>89.05</c:v>
                </c:pt>
                <c:pt idx="124">
                  <c:v>88.96</c:v>
                </c:pt>
                <c:pt idx="125">
                  <c:v>88.87</c:v>
                </c:pt>
                <c:pt idx="126">
                  <c:v>88.78</c:v>
                </c:pt>
                <c:pt idx="127">
                  <c:v>88.7</c:v>
                </c:pt>
                <c:pt idx="128">
                  <c:v>88.61</c:v>
                </c:pt>
                <c:pt idx="129">
                  <c:v>88.52</c:v>
                </c:pt>
                <c:pt idx="130">
                  <c:v>88.43</c:v>
                </c:pt>
                <c:pt idx="131">
                  <c:v>88.34</c:v>
                </c:pt>
                <c:pt idx="132">
                  <c:v>88.26</c:v>
                </c:pt>
                <c:pt idx="133">
                  <c:v>88.17</c:v>
                </c:pt>
                <c:pt idx="134">
                  <c:v>88.08</c:v>
                </c:pt>
                <c:pt idx="135">
                  <c:v>87.99</c:v>
                </c:pt>
                <c:pt idx="136">
                  <c:v>87.9</c:v>
                </c:pt>
                <c:pt idx="137">
                  <c:v>87.82</c:v>
                </c:pt>
                <c:pt idx="138">
                  <c:v>87.73</c:v>
                </c:pt>
                <c:pt idx="139">
                  <c:v>87.64</c:v>
                </c:pt>
                <c:pt idx="140">
                  <c:v>87.55</c:v>
                </c:pt>
                <c:pt idx="141">
                  <c:v>87.46</c:v>
                </c:pt>
                <c:pt idx="142">
                  <c:v>87.38</c:v>
                </c:pt>
                <c:pt idx="143">
                  <c:v>87.29</c:v>
                </c:pt>
                <c:pt idx="144">
                  <c:v>87.2</c:v>
                </c:pt>
                <c:pt idx="145">
                  <c:v>87.11</c:v>
                </c:pt>
                <c:pt idx="146">
                  <c:v>87.02</c:v>
                </c:pt>
                <c:pt idx="147">
                  <c:v>86.94</c:v>
                </c:pt>
                <c:pt idx="148">
                  <c:v>86.85</c:v>
                </c:pt>
                <c:pt idx="149">
                  <c:v>86.76</c:v>
                </c:pt>
                <c:pt idx="150">
                  <c:v>86.67</c:v>
                </c:pt>
                <c:pt idx="151">
                  <c:v>86.58</c:v>
                </c:pt>
                <c:pt idx="152">
                  <c:v>86.49</c:v>
                </c:pt>
                <c:pt idx="153">
                  <c:v>86.41</c:v>
                </c:pt>
                <c:pt idx="154">
                  <c:v>86.32</c:v>
                </c:pt>
                <c:pt idx="155">
                  <c:v>86.23</c:v>
                </c:pt>
                <c:pt idx="156">
                  <c:v>86.14</c:v>
                </c:pt>
                <c:pt idx="157">
                  <c:v>86.05</c:v>
                </c:pt>
                <c:pt idx="158">
                  <c:v>85.97</c:v>
                </c:pt>
                <c:pt idx="159">
                  <c:v>85.88</c:v>
                </c:pt>
                <c:pt idx="160">
                  <c:v>85.79</c:v>
                </c:pt>
                <c:pt idx="161">
                  <c:v>85.7</c:v>
                </c:pt>
                <c:pt idx="162">
                  <c:v>85.61</c:v>
                </c:pt>
                <c:pt idx="163">
                  <c:v>85.53</c:v>
                </c:pt>
                <c:pt idx="164">
                  <c:v>85.44</c:v>
                </c:pt>
                <c:pt idx="165">
                  <c:v>85.35</c:v>
                </c:pt>
                <c:pt idx="166">
                  <c:v>85.26</c:v>
                </c:pt>
                <c:pt idx="167">
                  <c:v>85.17</c:v>
                </c:pt>
                <c:pt idx="168">
                  <c:v>85.09</c:v>
                </c:pt>
                <c:pt idx="169">
                  <c:v>85</c:v>
                </c:pt>
                <c:pt idx="170">
                  <c:v>84.91</c:v>
                </c:pt>
                <c:pt idx="171">
                  <c:v>84.82</c:v>
                </c:pt>
                <c:pt idx="172">
                  <c:v>84.73</c:v>
                </c:pt>
                <c:pt idx="173">
                  <c:v>84.65</c:v>
                </c:pt>
                <c:pt idx="174">
                  <c:v>84.56</c:v>
                </c:pt>
                <c:pt idx="175">
                  <c:v>84.47</c:v>
                </c:pt>
                <c:pt idx="176">
                  <c:v>84.38</c:v>
                </c:pt>
                <c:pt idx="177">
                  <c:v>84.29</c:v>
                </c:pt>
                <c:pt idx="178">
                  <c:v>84.21</c:v>
                </c:pt>
                <c:pt idx="179">
                  <c:v>84.12</c:v>
                </c:pt>
                <c:pt idx="180">
                  <c:v>84.03</c:v>
                </c:pt>
                <c:pt idx="181">
                  <c:v>83.94</c:v>
                </c:pt>
                <c:pt idx="182">
                  <c:v>83.85</c:v>
                </c:pt>
                <c:pt idx="183">
                  <c:v>83.76</c:v>
                </c:pt>
                <c:pt idx="184">
                  <c:v>83.68</c:v>
                </c:pt>
                <c:pt idx="185">
                  <c:v>83.59</c:v>
                </c:pt>
                <c:pt idx="186">
                  <c:v>83.5</c:v>
                </c:pt>
                <c:pt idx="187">
                  <c:v>83.41</c:v>
                </c:pt>
                <c:pt idx="188">
                  <c:v>83.32</c:v>
                </c:pt>
                <c:pt idx="189">
                  <c:v>83.24</c:v>
                </c:pt>
                <c:pt idx="190">
                  <c:v>83.15</c:v>
                </c:pt>
                <c:pt idx="191">
                  <c:v>83.06</c:v>
                </c:pt>
                <c:pt idx="192">
                  <c:v>82.97</c:v>
                </c:pt>
                <c:pt idx="193">
                  <c:v>82.88</c:v>
                </c:pt>
                <c:pt idx="194">
                  <c:v>82.8</c:v>
                </c:pt>
                <c:pt idx="195">
                  <c:v>82.71</c:v>
                </c:pt>
                <c:pt idx="196">
                  <c:v>82.62</c:v>
                </c:pt>
                <c:pt idx="197">
                  <c:v>82.53</c:v>
                </c:pt>
                <c:pt idx="198">
                  <c:v>82.44</c:v>
                </c:pt>
                <c:pt idx="199">
                  <c:v>82.36</c:v>
                </c:pt>
                <c:pt idx="200">
                  <c:v>82.27</c:v>
                </c:pt>
                <c:pt idx="201">
                  <c:v>82.18</c:v>
                </c:pt>
                <c:pt idx="202">
                  <c:v>82.09</c:v>
                </c:pt>
                <c:pt idx="203">
                  <c:v>82</c:v>
                </c:pt>
                <c:pt idx="204">
                  <c:v>81.92</c:v>
                </c:pt>
                <c:pt idx="205">
                  <c:v>81.83</c:v>
                </c:pt>
                <c:pt idx="206">
                  <c:v>81.74</c:v>
                </c:pt>
                <c:pt idx="207">
                  <c:v>81.65</c:v>
                </c:pt>
                <c:pt idx="208">
                  <c:v>81.56</c:v>
                </c:pt>
                <c:pt idx="209">
                  <c:v>81.48</c:v>
                </c:pt>
                <c:pt idx="210">
                  <c:v>81.39</c:v>
                </c:pt>
                <c:pt idx="211">
                  <c:v>81.3</c:v>
                </c:pt>
                <c:pt idx="212">
                  <c:v>81.21</c:v>
                </c:pt>
                <c:pt idx="213">
                  <c:v>81.12</c:v>
                </c:pt>
                <c:pt idx="214">
                  <c:v>81.04</c:v>
                </c:pt>
                <c:pt idx="215">
                  <c:v>80.95</c:v>
                </c:pt>
                <c:pt idx="216">
                  <c:v>80.86</c:v>
                </c:pt>
                <c:pt idx="217">
                  <c:v>80.77</c:v>
                </c:pt>
                <c:pt idx="218">
                  <c:v>80.68</c:v>
                </c:pt>
                <c:pt idx="219">
                  <c:v>80.59</c:v>
                </c:pt>
                <c:pt idx="220">
                  <c:v>80.51</c:v>
                </c:pt>
                <c:pt idx="221">
                  <c:v>80.42</c:v>
                </c:pt>
                <c:pt idx="222">
                  <c:v>80.33</c:v>
                </c:pt>
                <c:pt idx="223">
                  <c:v>80.24</c:v>
                </c:pt>
                <c:pt idx="224">
                  <c:v>80.15</c:v>
                </c:pt>
                <c:pt idx="225">
                  <c:v>80.07</c:v>
                </c:pt>
                <c:pt idx="226">
                  <c:v>79.98</c:v>
                </c:pt>
                <c:pt idx="227">
                  <c:v>79.89</c:v>
                </c:pt>
                <c:pt idx="228">
                  <c:v>79.8</c:v>
                </c:pt>
                <c:pt idx="229">
                  <c:v>79.71</c:v>
                </c:pt>
                <c:pt idx="230">
                  <c:v>79.63</c:v>
                </c:pt>
                <c:pt idx="231">
                  <c:v>79.54</c:v>
                </c:pt>
                <c:pt idx="232">
                  <c:v>79.45</c:v>
                </c:pt>
                <c:pt idx="233">
                  <c:v>79.36</c:v>
                </c:pt>
                <c:pt idx="234">
                  <c:v>79.27</c:v>
                </c:pt>
                <c:pt idx="235">
                  <c:v>79.19</c:v>
                </c:pt>
                <c:pt idx="236">
                  <c:v>79.1</c:v>
                </c:pt>
                <c:pt idx="237">
                  <c:v>79.01</c:v>
                </c:pt>
                <c:pt idx="238">
                  <c:v>78.92</c:v>
                </c:pt>
                <c:pt idx="239">
                  <c:v>78.83</c:v>
                </c:pt>
                <c:pt idx="240">
                  <c:v>78.75</c:v>
                </c:pt>
                <c:pt idx="241">
                  <c:v>78.66</c:v>
                </c:pt>
                <c:pt idx="242">
                  <c:v>78.57</c:v>
                </c:pt>
                <c:pt idx="243">
                  <c:v>78.48</c:v>
                </c:pt>
                <c:pt idx="244">
                  <c:v>78.39</c:v>
                </c:pt>
                <c:pt idx="245">
                  <c:v>78.31</c:v>
                </c:pt>
                <c:pt idx="246">
                  <c:v>78.22</c:v>
                </c:pt>
                <c:pt idx="247">
                  <c:v>78.13</c:v>
                </c:pt>
                <c:pt idx="248">
                  <c:v>78.04</c:v>
                </c:pt>
                <c:pt idx="249">
                  <c:v>77.95</c:v>
                </c:pt>
                <c:pt idx="250">
                  <c:v>77.86</c:v>
                </c:pt>
                <c:pt idx="251">
                  <c:v>77.78</c:v>
                </c:pt>
                <c:pt idx="252">
                  <c:v>77.69</c:v>
                </c:pt>
                <c:pt idx="253">
                  <c:v>77.6</c:v>
                </c:pt>
                <c:pt idx="254">
                  <c:v>77.51</c:v>
                </c:pt>
                <c:pt idx="255">
                  <c:v>77.42</c:v>
                </c:pt>
                <c:pt idx="256">
                  <c:v>77.34</c:v>
                </c:pt>
                <c:pt idx="257">
                  <c:v>77.25</c:v>
                </c:pt>
                <c:pt idx="258">
                  <c:v>77.16</c:v>
                </c:pt>
                <c:pt idx="259">
                  <c:v>77.07</c:v>
                </c:pt>
                <c:pt idx="260">
                  <c:v>76.98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1"/>
          <c:min val="76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2021</c:v>
                  </c:pt>
                  <c:pt idx="1">
                    <c:v>2022</c:v>
                  </c:pt>
                  <c:pt idx="2">
                    <c:v>2023</c:v>
                  </c:pt>
                  <c:pt idx="3">
                    <c:v>2024</c:v>
                  </c:pt>
                  <c:pt idx="4">
                    <c:v>2025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4.81</c:v>
                </c:pt>
                <c:pt idx="1">
                  <c:v>4.69</c:v>
                </c:pt>
                <c:pt idx="2">
                  <c:v>4.55</c:v>
                </c:pt>
                <c:pt idx="3">
                  <c:v>4.45</c:v>
                </c:pt>
                <c:pt idx="4">
                  <c:v>4.34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teaching day: how long until a part reaches its limit? Then Quiz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moves.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 in one sum. Act before the crossing: Quiz 4 Q24.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Facts from the toolkit fact sheet. Today's data is a synthetic teaching platform, not NigComSat-1R 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1,825 days, 1 Jan 2021 – 30 Dec 2025. Limits are known up front, from degradation_thresholds.csv.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Q23. A straight line through a staircase is an approximation.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the first three years are used, as if it were 1 Jan 2024.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Jan 2021 is the first day of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confident wrong date with no error. Check the 'nothing found'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straight line can be solved for the crossing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sums are the best bug detectors.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49 of the 72 days in between are below 80%. A crossing is a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 'crossed' before you score. Quiz 4 Q29 uses the first dip.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Capacity lost per year, from a line through each calendar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Batteries wear out by charging and discharging, which only happens in the shadow.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4 Q22: a planning figure with a range, re-estimated every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Battery: dips below 80% mid-May 2025, below for good by late July. Amplifier: around 2033, re-check yearly. Propellant: late 2035 to early 2036 if the burn plan holds.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PDF or the Google Forms 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W6D2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W6D2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6 · DAY 2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Will It Break?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Useful Life + Quiz 4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Draw the trend, find the limit, and say when, honestly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shapes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how parts grow old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line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trend to threshold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call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was the battery right?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4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forecasting + remaining life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45 min hands-on · 20 min quiz · 15 min mark + wrap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“Driver, fuel go reach Ojota?”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danfo driver's sum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20 litres left ÷ 4 litres a trip = 5 trips (a story, not data)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remaining useful life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What's left above the limit ÷ how fast it's going. Fill up before the light comes 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useful life is a national question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 2011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NigComSat-1R launched to 42.5° East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15-year design life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2011 + 15 ≈ 2026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 · 2029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targets for NIGCOMSAT-2A and 2B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ways to grow old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One satellite, three parts, three limits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satellite, three shapes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Battery capacity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curves down, floor 80%: last reading 77.84%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Amplifier gain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straight, slow fade, floor −2 dB: last reading -0.783 dB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Propellant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steps at every burn, reserve 5 kg: last reading 101.93 kg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Propellant: a staircase, not a slope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Station-keeping burns, counted in the five years of data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~14 days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between burns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0.39 kg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per burn (typical)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~26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burns a year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9.62 kg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used a year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the line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Fit the trend on the past, extend it to the limit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Trend-to-threshold: 3 years of battery data, line extended to 80%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Slope -4.59% a year. The line hits 80% on 1 May 2025: 486 days after the call on 1 Jan 2024.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method: fit_trend + day_of_threshold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np.arange(len(series))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slope, intercept = np.polyfit(x, series.values, 1)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 = np.poly1d([slope, intercept])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= line(np.arange(len(series) + 4000))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crossed = future &lt; threshold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 = np.argmax(crossed)        # the FIRST True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np.polyfit(x, y, 1) → slope and intercept. np.argmax of True/False → position of the first True.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code book's calls, 3 years of data each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Two sensible dates and one strange one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May 2025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battery → 80%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May 2033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amplifier → −2 dB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Jan 2021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propellant → 5 kg ?!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bug: np.argmax of “never” is 0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crossed = [False, False, False, False]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np.argmax(crossed)      # 0 !!!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FIXED in day_of_threshold: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crossed.any():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None         # "no crossing"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The line never reaches 5 kg before the search stops on 13 Dec 2034. Say “no crossing before 13 Dec 2034”, then look further.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Propellant: the line gets there, just later</a:t>
            </a:r>
            <a:endParaRPr lang="en-US" sz="3200" dirty="0"/>
          </a:p>
        </p:txBody>
      </p:sp>
      <p:sp>
        <p:nvSpPr>
          <p:cNvPr id="3" name="big icon circle"/>
          <p:cNvSpPr/>
          <p:nvPr/>
        </p:nvSpPr>
        <p:spPr>
          <a:xfrm>
            <a:off x="5090008" y="1463040"/>
            <a:ext cx="2011680" cy="201168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4" name="big icon" descr="big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92344" y="1865376"/>
            <a:ext cx="1207008" cy="120700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3657600"/>
            <a:ext cx="101800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= (5 − intercept) / slope → 6 Dec 2035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4709160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The 3-year line falls 9.72 kg a year and reaches the reserve about 12 years past the data it was fitted 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fuel-gauge sum agrees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192492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3660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101.93 kg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left on 30 Dec 2025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2951912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3482264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4126116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284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756584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− 5 kg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3756584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de-orbit reserve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588553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6415888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7059740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0908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90208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9.62 kg/yr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6690208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burned each year</a:t>
            </a:r>
            <a:endParaRPr lang="en-US" sz="1600" dirty="0"/>
          </a:p>
        </p:txBody>
      </p:sp>
      <p:sp>
        <p:nvSpPr>
          <p:cNvPr id="20" name="arrow 3"/>
          <p:cNvSpPr/>
          <p:nvPr/>
        </p:nvSpPr>
        <p:spPr>
          <a:xfrm>
            <a:off x="8819159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tep 4"/>
          <p:cNvSpPr/>
          <p:nvPr/>
        </p:nvSpPr>
        <p:spPr>
          <a:xfrm>
            <a:off x="9349511" y="1737360"/>
            <a:ext cx="2293544" cy="3017520"/>
          </a:xfrm>
          <a:prstGeom prst="roundRect">
            <a:avLst>
              <a:gd name="adj" fmla="val 717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22" name="step icon 4 circle"/>
          <p:cNvSpPr/>
          <p:nvPr/>
        </p:nvSpPr>
        <p:spPr>
          <a:xfrm>
            <a:off x="9993363" y="2057400"/>
            <a:ext cx="1005840" cy="100584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23" name="step icon 4" descr="step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4531" y="2258568"/>
            <a:ext cx="603504" cy="60350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23831" y="3200400"/>
            <a:ext cx="17449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 years</a:t>
            </a:r>
            <a:endParaRPr lang="en-US" sz="2200" dirty="0"/>
          </a:p>
        </p:txBody>
      </p:sp>
      <p:sp>
        <p:nvSpPr>
          <p:cNvPr id="25" name="Text 19"/>
          <p:cNvSpPr txBox="1"/>
          <p:nvPr/>
        </p:nvSpPr>
        <p:spPr>
          <a:xfrm>
            <a:off x="9623831" y="3794760"/>
            <a:ext cx="17449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≈ Jan 2036</a:t>
            </a:r>
            <a:endParaRPr lang="en-US" sz="160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The line said Dec 2035. Two methods, one story.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3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the battery call right?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We have the next two years. Let's check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did the battery “cross” 80%? Three honest answers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Daily readings bounce around the floor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May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① first day below 80%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Jun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② 30-day mean below 80%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Jul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③ last day at or above 80%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3-year call (1 May 2025): early by how much?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sp>
        <p:nvSpPr>
          <p:cNvPr id="5" name="left icon"/>
          <p:cNvSpPr txBox="1"/>
          <p:nvPr/>
        </p:nvSpPr>
        <p:spPr>
          <a:xfrm>
            <a:off x="1179576" y="2276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①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days early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vs the first dip (14 May): the code book's answer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sp>
        <p:nvSpPr>
          <p:cNvPr id="10" name="right icon"/>
          <p:cNvSpPr txBox="1"/>
          <p:nvPr/>
        </p:nvSpPr>
        <p:spPr>
          <a:xfrm>
            <a:off x="6955384" y="227685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dirty="0">
                <a:solidFill>
                  <a:srgbClr val="000000"/>
                </a:solidFill>
              </a:rPr>
              <a:t>②</a:t>
            </a:r>
            <a:endParaRPr lang="en-US" sz="2900" dirty="0"/>
          </a:p>
        </p:txBody>
      </p:sp>
      <p:sp>
        <p:nvSpPr>
          <p:cNvPr id="11" name="Text 9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days early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vs the 30-day mean (20 Jun)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Backtest the method: the battery call from four starting points</a:t>
            </a:r>
            <a:endParaRPr lang="en-US" sz="3200" dirty="0"/>
          </a:p>
        </p:txBody>
      </p:sp>
      <p:graphicFrame>
        <p:nvGraphicFramePr>
          <p:cNvPr id="1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011680"/>
                <a:gridCol w="2103120"/>
                <a:gridCol w="1737360"/>
                <a:gridCol w="2011680"/>
                <a:gridCol w="17647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Data used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Call made on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Predicted crossing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vs first dip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vs 30-day mean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Warning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Jan 2022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Mar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-74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-111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1,229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Jan 2023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7 Apr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-37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-74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864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Jan 2024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 May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-13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-50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499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31 Dec 2024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18 May 2025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+4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-33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134 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More data → closer call, but less warning. Against the 30-day mean, every call is early.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early? The fade is slowing down (% a year)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 line fitted on the early, faster years overstates the later fade. Early is the safe side for a battery.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battery ages when it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Eclipse seasons: 27 Feb – 13 Apr and 1 Sep – 16 Oct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24.7%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of the days are eclipse days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4353458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6338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82058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of all the fade happens on them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8158277" y="2011680"/>
            <a:ext cx="3484778" cy="3108960"/>
          </a:xfrm>
          <a:prstGeom prst="roundRect">
            <a:avLst>
              <a:gd name="adj" fmla="val 5294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41157" y="2377440"/>
            <a:ext cx="311901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2.3×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8386877" y="3840480"/>
            <a:ext cx="30275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faster per day than in sunlight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long reach: calls from 1 to 5 years of data</a:t>
            </a:r>
            <a:endParaRPr lang="en-US" sz="3200" dirty="0"/>
          </a:p>
        </p:txBody>
      </p:sp>
      <p:graphicFrame>
        <p:nvGraphicFramePr>
          <p:cNvPr id="22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61104"/>
                <a:gridCol w="42702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Data used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Amplifier → −2 dB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Propellant → 5 kg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1 year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27 Nov 2033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23 Oct 2035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2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26 Jul 2033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13 Dec 2035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4 May 2033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6 Dec 2035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4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17 Mar 2033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14 Dec 2035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5 years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24 Mar 2033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15 Dec 2035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Amplifier: around 2033, calls span ~8 months. Propellant: within 53 days, if the burn plan holds; fuel-gauge sum Jan 2036.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 for remaining useful life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Report a window, never a single day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Say how far past the data you reach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Act before the crossing, and re-estimate regularly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“No crossing” is an answer, not day 0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4: 30 questions, 20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Phones down, notebooks closed, no AI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Circle one letter per question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Answers are spread across A–D: no “always B”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Swap papers and mark together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45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W6D2-exercise, save a copy, run STEP 0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A: draw the line, find the bug, do the fuel sum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B: check the battery call from 4 starting points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Part C: eclipse ageing, the long reach, the honest report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RUL = extend the trend until it crosses the known limit; check “no crossing” honestly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Backtest the method from several starting points, with “crossed” defined first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Report a window, say how far you reach, act before the crossing, re-estimate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Next: Project clinic &amp; demo day · bring your tool, report and honest test table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W6D2 · When Will It Break? Remaining Useful Life + Quiz 4</dc:title>
  <dc:subject>PptxGenJS Presentation</dc:subject>
  <dc:creator>Publica Academy</dc:creator>
  <cp:lastModifiedBy>Publica Academy</cp:lastModifiedBy>
  <cp:revision>1</cp:revision>
  <dcterms:created xsi:type="dcterms:W3CDTF">2026-10-29T22:24:03Z</dcterms:created>
  <dcterms:modified xsi:type="dcterms:W3CDTF">2026-10-29T22:24:03Z</dcterms:modified>
</cp:coreProperties>
</file>