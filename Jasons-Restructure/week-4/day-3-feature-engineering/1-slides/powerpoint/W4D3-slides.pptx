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>30 Apr</c:v>
                  </c:pt>
                  <c:pt idx="1">
                    <c:v>30 Apr</c:v>
                  </c:pt>
                  <c:pt idx="2">
                    <c:v>30 Apr</c:v>
                  </c:pt>
                  <c:pt idx="3">
                    <c:v>30 Apr</c:v>
                  </c:pt>
                  <c:pt idx="4">
                    <c:v>30 Apr</c:v>
                  </c:pt>
                  <c:pt idx="5">
                    <c:v>30 Apr</c:v>
                  </c:pt>
                  <c:pt idx="6">
                    <c:v>30 Apr</c:v>
                  </c:pt>
                  <c:pt idx="7">
                    <c:v>30 Apr</c:v>
                  </c:pt>
                  <c:pt idx="8">
                    <c:v>30 Apr</c:v>
                  </c:pt>
                  <c:pt idx="9">
                    <c:v>30 Apr</c:v>
                  </c:pt>
                  <c:pt idx="10">
                    <c:v>30 Apr</c:v>
                  </c:pt>
                  <c:pt idx="11">
                    <c:v>30 Apr</c:v>
                  </c:pt>
                  <c:pt idx="12">
                    <c:v>30 Apr</c:v>
                  </c:pt>
                  <c:pt idx="13">
                    <c:v>30 Apr</c:v>
                  </c:pt>
                  <c:pt idx="14">
                    <c:v>30 Apr</c:v>
                  </c:pt>
                  <c:pt idx="15">
                    <c:v>30 Apr</c:v>
                  </c:pt>
                  <c:pt idx="16">
                    <c:v>30 Apr</c:v>
                  </c:pt>
                  <c:pt idx="17">
                    <c:v>30 Apr</c:v>
                  </c:pt>
                  <c:pt idx="18">
                    <c:v>30 Apr</c:v>
                  </c:pt>
                  <c:pt idx="19">
                    <c:v>30 Apr</c:v>
                  </c:pt>
                  <c:pt idx="20">
                    <c:v>30 Apr</c:v>
                  </c:pt>
                  <c:pt idx="21">
                    <c:v>30 Apr</c:v>
                  </c:pt>
                  <c:pt idx="22">
                    <c:v>30 Apr</c:v>
                  </c:pt>
                  <c:pt idx="23">
                    <c:v>30 Apr</c:v>
                  </c:pt>
                  <c:pt idx="24">
                    <c:v>1 May</c:v>
                  </c:pt>
                  <c:pt idx="25">
                    <c:v>1 May</c:v>
                  </c:pt>
                  <c:pt idx="26">
                    <c:v>1 May</c:v>
                  </c:pt>
                  <c:pt idx="27">
                    <c:v>1 May</c:v>
                  </c:pt>
                  <c:pt idx="28">
                    <c:v>1 May</c:v>
                  </c:pt>
                  <c:pt idx="29">
                    <c:v>1 May</c:v>
                  </c:pt>
                  <c:pt idx="30">
                    <c:v>1 May</c:v>
                  </c:pt>
                  <c:pt idx="31">
                    <c:v>1 May</c:v>
                  </c:pt>
                  <c:pt idx="32">
                    <c:v>1 May</c:v>
                  </c:pt>
                  <c:pt idx="33">
                    <c:v>1 May</c:v>
                  </c:pt>
                  <c:pt idx="34">
                    <c:v>1 May</c:v>
                  </c:pt>
                  <c:pt idx="35">
                    <c:v>1 May</c:v>
                  </c:pt>
                  <c:pt idx="36">
                    <c:v>1 May</c:v>
                  </c:pt>
                  <c:pt idx="37">
                    <c:v>1 May</c:v>
                  </c:pt>
                  <c:pt idx="38">
                    <c:v>1 May</c:v>
                  </c:pt>
                  <c:pt idx="39">
                    <c:v>1 May</c:v>
                  </c:pt>
                  <c:pt idx="40">
                    <c:v>1 May</c:v>
                  </c:pt>
                  <c:pt idx="41">
                    <c:v>1 May</c:v>
                  </c:pt>
                  <c:pt idx="42">
                    <c:v>1 May</c:v>
                  </c:pt>
                  <c:pt idx="43">
                    <c:v>1 May</c:v>
                  </c:pt>
                  <c:pt idx="44">
                    <c:v>1 May</c:v>
                  </c:pt>
                  <c:pt idx="45">
                    <c:v>1 May</c:v>
                  </c:pt>
                  <c:pt idx="46">
                    <c:v>1 May</c:v>
                  </c:pt>
                  <c:pt idx="47">
                    <c:v>1 May</c:v>
                  </c:pt>
                  <c:pt idx="48">
                    <c:v>2 May</c:v>
                  </c:pt>
                  <c:pt idx="49">
                    <c:v>2 May</c:v>
                  </c:pt>
                  <c:pt idx="50">
                    <c:v>2 May</c:v>
                  </c:pt>
                  <c:pt idx="51">
                    <c:v>2 May</c:v>
                  </c:pt>
                  <c:pt idx="52">
                    <c:v>2 May</c:v>
                  </c:pt>
                  <c:pt idx="53">
                    <c:v>2 May</c:v>
                  </c:pt>
                  <c:pt idx="54">
                    <c:v>2 May</c:v>
                  </c:pt>
                  <c:pt idx="55">
                    <c:v>2 May</c:v>
                  </c:pt>
                  <c:pt idx="56">
                    <c:v>2 May</c:v>
                  </c:pt>
                  <c:pt idx="57">
                    <c:v>2 May</c:v>
                  </c:pt>
                  <c:pt idx="58">
                    <c:v>2 May</c:v>
                  </c:pt>
                  <c:pt idx="59">
                    <c:v>2 May</c:v>
                  </c:pt>
                  <c:pt idx="60">
                    <c:v>2 May</c:v>
                  </c:pt>
                  <c:pt idx="61">
                    <c:v>2 May</c:v>
                  </c:pt>
                  <c:pt idx="62">
                    <c:v>2 May</c:v>
                  </c:pt>
                  <c:pt idx="63">
                    <c:v>2 May</c:v>
                  </c:pt>
                  <c:pt idx="64">
                    <c:v>2 May</c:v>
                  </c:pt>
                  <c:pt idx="65">
                    <c:v>2 May</c:v>
                  </c:pt>
                  <c:pt idx="66">
                    <c:v>2 May</c:v>
                  </c:pt>
                  <c:pt idx="67">
                    <c:v>2 May</c:v>
                  </c:pt>
                  <c:pt idx="68">
                    <c:v>2 May</c:v>
                  </c:pt>
                  <c:pt idx="69">
                    <c:v>2 May</c:v>
                  </c:pt>
                  <c:pt idx="70">
                    <c:v>2 May</c:v>
                  </c:pt>
                  <c:pt idx="71">
                    <c:v>2 May</c:v>
                  </c:pt>
                  <c:pt idx="72">
                    <c:v>3 May</c:v>
                  </c:pt>
                  <c:pt idx="73">
                    <c:v>3 May</c:v>
                  </c:pt>
                  <c:pt idx="74">
                    <c:v>3 May</c:v>
                  </c:pt>
                  <c:pt idx="75">
                    <c:v>3 May</c:v>
                  </c:pt>
                  <c:pt idx="76">
                    <c:v>3 May</c:v>
                  </c:pt>
                  <c:pt idx="77">
                    <c:v>3 May</c:v>
                  </c:pt>
                  <c:pt idx="78">
                    <c:v>3 May</c:v>
                  </c:pt>
                  <c:pt idx="79">
                    <c:v>3 May</c:v>
                  </c:pt>
                  <c:pt idx="80">
                    <c:v>3 May</c:v>
                  </c:pt>
                  <c:pt idx="81">
                    <c:v>3 May</c:v>
                  </c:pt>
                  <c:pt idx="82">
                    <c:v>3 May</c:v>
                  </c:pt>
                  <c:pt idx="83">
                    <c:v>3 May</c:v>
                  </c:pt>
                  <c:pt idx="84">
                    <c:v>3 May</c:v>
                  </c:pt>
                  <c:pt idx="85">
                    <c:v>3 May</c:v>
                  </c:pt>
                  <c:pt idx="86">
                    <c:v>3 May</c:v>
                  </c:pt>
                  <c:pt idx="87">
                    <c:v>3 May</c:v>
                  </c:pt>
                  <c:pt idx="88">
                    <c:v>3 May</c:v>
                  </c:pt>
                  <c:pt idx="89">
                    <c:v>3 May</c:v>
                  </c:pt>
                  <c:pt idx="90">
                    <c:v>3 May</c:v>
                  </c:pt>
                  <c:pt idx="91">
                    <c:v>3 May</c:v>
                  </c:pt>
                  <c:pt idx="92">
                    <c:v>3 May</c:v>
                  </c:pt>
                  <c:pt idx="93">
                    <c:v>3 May</c:v>
                  </c:pt>
                  <c:pt idx="94">
                    <c:v>3 May</c:v>
                  </c:pt>
                  <c:pt idx="95">
                    <c:v>3 May</c:v>
                  </c:pt>
                  <c:pt idx="96">
                    <c:v>4 May</c:v>
                  </c:pt>
                  <c:pt idx="97">
                    <c:v>4 May</c:v>
                  </c:pt>
                  <c:pt idx="98">
                    <c:v>4 May</c:v>
                  </c:pt>
                  <c:pt idx="99">
                    <c:v>4 May</c:v>
                  </c:pt>
                  <c:pt idx="100">
                    <c:v>4 May</c:v>
                  </c:pt>
                  <c:pt idx="101">
                    <c:v>4 May</c:v>
                  </c:pt>
                  <c:pt idx="102">
                    <c:v>4 May</c:v>
                  </c:pt>
                  <c:pt idx="103">
                    <c:v>4 May</c:v>
                  </c:pt>
                  <c:pt idx="104">
                    <c:v>4 May</c:v>
                  </c:pt>
                  <c:pt idx="105">
                    <c:v>4 May</c:v>
                  </c:pt>
                  <c:pt idx="106">
                    <c:v>4 May</c:v>
                  </c:pt>
                  <c:pt idx="107">
                    <c:v>4 May</c:v>
                  </c:pt>
                  <c:pt idx="108">
                    <c:v>4 May</c:v>
                  </c:pt>
                  <c:pt idx="109">
                    <c:v>4 May</c:v>
                  </c:pt>
                  <c:pt idx="110">
                    <c:v>4 May</c:v>
                  </c:pt>
                  <c:pt idx="111">
                    <c:v>4 May</c:v>
                  </c:pt>
                  <c:pt idx="112">
                    <c:v>4 May</c:v>
                  </c:pt>
                  <c:pt idx="113">
                    <c:v>4 May</c:v>
                  </c:pt>
                  <c:pt idx="114">
                    <c:v>4 May</c:v>
                  </c:pt>
                  <c:pt idx="115">
                    <c:v>4 May</c:v>
                  </c:pt>
                  <c:pt idx="116">
                    <c:v>4 May</c:v>
                  </c:pt>
                  <c:pt idx="117">
                    <c:v>4 May</c:v>
                  </c:pt>
                  <c:pt idx="118">
                    <c:v>4 May</c:v>
                  </c:pt>
                  <c:pt idx="119">
                    <c:v>4 May</c:v>
                  </c:pt>
                </c:lvl>
              </c:multiLvlStrCache>
            </c:multiLvlStr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28.22</c:v>
                </c:pt>
                <c:pt idx="1">
                  <c:v>28.25</c:v>
                </c:pt>
                <c:pt idx="2">
                  <c:v>28.17</c:v>
                </c:pt>
                <c:pt idx="3">
                  <c:v>28.25</c:v>
                </c:pt>
                <c:pt idx="4">
                  <c:v>28.19</c:v>
                </c:pt>
                <c:pt idx="5">
                  <c:v>28.16</c:v>
                </c:pt>
                <c:pt idx="6">
                  <c:v>28.23</c:v>
                </c:pt>
                <c:pt idx="7">
                  <c:v>28.24</c:v>
                </c:pt>
                <c:pt idx="8">
                  <c:v>28.29</c:v>
                </c:pt>
                <c:pt idx="9">
                  <c:v>28.26</c:v>
                </c:pt>
                <c:pt idx="10">
                  <c:v>28.13</c:v>
                </c:pt>
                <c:pt idx="11">
                  <c:v>28.17</c:v>
                </c:pt>
                <c:pt idx="12">
                  <c:v>28.24</c:v>
                </c:pt>
                <c:pt idx="13">
                  <c:v>28.3</c:v>
                </c:pt>
                <c:pt idx="14">
                  <c:v>28.14</c:v>
                </c:pt>
                <c:pt idx="15">
                  <c:v>28.13</c:v>
                </c:pt>
                <c:pt idx="16">
                  <c:v>28.17</c:v>
                </c:pt>
                <c:pt idx="17">
                  <c:v>28.24</c:v>
                </c:pt>
                <c:pt idx="18">
                  <c:v>28.28</c:v>
                </c:pt>
                <c:pt idx="19">
                  <c:v>28.26</c:v>
                </c:pt>
                <c:pt idx="20">
                  <c:v>28.25</c:v>
                </c:pt>
                <c:pt idx="21">
                  <c:v>28.09</c:v>
                </c:pt>
                <c:pt idx="22">
                  <c:v>28.11</c:v>
                </c:pt>
                <c:pt idx="23">
                  <c:v>28.17</c:v>
                </c:pt>
                <c:pt idx="24">
                  <c:v>28.21</c:v>
                </c:pt>
                <c:pt idx="25">
                  <c:v>28.3</c:v>
                </c:pt>
                <c:pt idx="26">
                  <c:v>28.12</c:v>
                </c:pt>
                <c:pt idx="27">
                  <c:v>28.3</c:v>
                </c:pt>
                <c:pt idx="28">
                  <c:v>28.19</c:v>
                </c:pt>
                <c:pt idx="29">
                  <c:v>28.24</c:v>
                </c:pt>
                <c:pt idx="30">
                  <c:v>28.16</c:v>
                </c:pt>
                <c:pt idx="31">
                  <c:v>28.1</c:v>
                </c:pt>
                <c:pt idx="32">
                  <c:v>28.28</c:v>
                </c:pt>
                <c:pt idx="33">
                  <c:v>28.09</c:v>
                </c:pt>
                <c:pt idx="34">
                  <c:v>28.27</c:v>
                </c:pt>
                <c:pt idx="35">
                  <c:v>28.13</c:v>
                </c:pt>
                <c:pt idx="36">
                  <c:v>28.21</c:v>
                </c:pt>
                <c:pt idx="37">
                  <c:v>28.09</c:v>
                </c:pt>
                <c:pt idx="38">
                  <c:v>28.27</c:v>
                </c:pt>
                <c:pt idx="39">
                  <c:v>28.12</c:v>
                </c:pt>
                <c:pt idx="40">
                  <c:v>28.09</c:v>
                </c:pt>
                <c:pt idx="41">
                  <c:v>28.13</c:v>
                </c:pt>
                <c:pt idx="42">
                  <c:v>28.15</c:v>
                </c:pt>
                <c:pt idx="43">
                  <c:v>28.17</c:v>
                </c:pt>
                <c:pt idx="44">
                  <c:v>28.11</c:v>
                </c:pt>
                <c:pt idx="45">
                  <c:v>28.27</c:v>
                </c:pt>
                <c:pt idx="46">
                  <c:v>28.17</c:v>
                </c:pt>
                <c:pt idx="47">
                  <c:v>28.19</c:v>
                </c:pt>
                <c:pt idx="48">
                  <c:v>28.28</c:v>
                </c:pt>
                <c:pt idx="49">
                  <c:v>27.14</c:v>
                </c:pt>
                <c:pt idx="50">
                  <c:v>26.94</c:v>
                </c:pt>
                <c:pt idx="51">
                  <c:v>27.02</c:v>
                </c:pt>
                <c:pt idx="52">
                  <c:v>27.02</c:v>
                </c:pt>
                <c:pt idx="53">
                  <c:v>27.07</c:v>
                </c:pt>
                <c:pt idx="54">
                  <c:v>26.95</c:v>
                </c:pt>
                <c:pt idx="55">
                  <c:v>27.12</c:v>
                </c:pt>
                <c:pt idx="56">
                  <c:v>27.05</c:v>
                </c:pt>
                <c:pt idx="57">
                  <c:v>26.93</c:v>
                </c:pt>
                <c:pt idx="58">
                  <c:v>27.14</c:v>
                </c:pt>
                <c:pt idx="59">
                  <c:v>26.93</c:v>
                </c:pt>
                <c:pt idx="60">
                  <c:v>27.04</c:v>
                </c:pt>
                <c:pt idx="61">
                  <c:v>28.09</c:v>
                </c:pt>
                <c:pt idx="62">
                  <c:v>28.12</c:v>
                </c:pt>
                <c:pt idx="63">
                  <c:v>28.14</c:v>
                </c:pt>
                <c:pt idx="64">
                  <c:v>28.16</c:v>
                </c:pt>
                <c:pt idx="65">
                  <c:v>28.11</c:v>
                </c:pt>
                <c:pt idx="66">
                  <c:v>28.08</c:v>
                </c:pt>
                <c:pt idx="67">
                  <c:v>28.23</c:v>
                </c:pt>
                <c:pt idx="68">
                  <c:v>28.09</c:v>
                </c:pt>
                <c:pt idx="69">
                  <c:v>28.14</c:v>
                </c:pt>
                <c:pt idx="70">
                  <c:v>28.28</c:v>
                </c:pt>
                <c:pt idx="71">
                  <c:v>28.14</c:v>
                </c:pt>
                <c:pt idx="72">
                  <c:v>28.13</c:v>
                </c:pt>
                <c:pt idx="73">
                  <c:v>28.25</c:v>
                </c:pt>
                <c:pt idx="74">
                  <c:v>28.23</c:v>
                </c:pt>
                <c:pt idx="75">
                  <c:v>28.12</c:v>
                </c:pt>
                <c:pt idx="76">
                  <c:v>28.09</c:v>
                </c:pt>
                <c:pt idx="77">
                  <c:v>28.08</c:v>
                </c:pt>
                <c:pt idx="78">
                  <c:v>28.08</c:v>
                </c:pt>
                <c:pt idx="79">
                  <c:v>28.08</c:v>
                </c:pt>
                <c:pt idx="80">
                  <c:v>28.08</c:v>
                </c:pt>
                <c:pt idx="81">
                  <c:v>28.24</c:v>
                </c:pt>
                <c:pt idx="82">
                  <c:v>28.23</c:v>
                </c:pt>
                <c:pt idx="83">
                  <c:v>28.14</c:v>
                </c:pt>
                <c:pt idx="84">
                  <c:v>28.08</c:v>
                </c:pt>
                <c:pt idx="85">
                  <c:v>28.11</c:v>
                </c:pt>
                <c:pt idx="86">
                  <c:v>28.2</c:v>
                </c:pt>
                <c:pt idx="87">
                  <c:v>28.08</c:v>
                </c:pt>
                <c:pt idx="88">
                  <c:v>28.16</c:v>
                </c:pt>
                <c:pt idx="89">
                  <c:v>28.22</c:v>
                </c:pt>
                <c:pt idx="90">
                  <c:v>28.11</c:v>
                </c:pt>
                <c:pt idx="91">
                  <c:v>28.1</c:v>
                </c:pt>
                <c:pt idx="92">
                  <c:v>28.15</c:v>
                </c:pt>
                <c:pt idx="93">
                  <c:v>28.13</c:v>
                </c:pt>
                <c:pt idx="94">
                  <c:v>28.28</c:v>
                </c:pt>
                <c:pt idx="95">
                  <c:v>28.23</c:v>
                </c:pt>
                <c:pt idx="96">
                  <c:v>28.21</c:v>
                </c:pt>
                <c:pt idx="97">
                  <c:v>28.15</c:v>
                </c:pt>
                <c:pt idx="98">
                  <c:v>28.29</c:v>
                </c:pt>
                <c:pt idx="99">
                  <c:v>28.23</c:v>
                </c:pt>
                <c:pt idx="100">
                  <c:v>28.19</c:v>
                </c:pt>
                <c:pt idx="101">
                  <c:v>28.12</c:v>
                </c:pt>
                <c:pt idx="102">
                  <c:v>28.24</c:v>
                </c:pt>
                <c:pt idx="103">
                  <c:v>28.23</c:v>
                </c:pt>
                <c:pt idx="104">
                  <c:v>28.09</c:v>
                </c:pt>
                <c:pt idx="105">
                  <c:v>28.22</c:v>
                </c:pt>
                <c:pt idx="106">
                  <c:v>28.17</c:v>
                </c:pt>
                <c:pt idx="107">
                  <c:v>28.12</c:v>
                </c:pt>
                <c:pt idx="108">
                  <c:v>28.21</c:v>
                </c:pt>
                <c:pt idx="109">
                  <c:v>28.11</c:v>
                </c:pt>
                <c:pt idx="110">
                  <c:v>28.24</c:v>
                </c:pt>
                <c:pt idx="111">
                  <c:v>28.15</c:v>
                </c:pt>
                <c:pt idx="112">
                  <c:v>28.19</c:v>
                </c:pt>
                <c:pt idx="113">
                  <c:v>28.07</c:v>
                </c:pt>
                <c:pt idx="114">
                  <c:v>28.15</c:v>
                </c:pt>
                <c:pt idx="115">
                  <c:v>28.15</c:v>
                </c:pt>
                <c:pt idx="116">
                  <c:v>28.16</c:v>
                </c:pt>
                <c:pt idx="117">
                  <c:v>28.07</c:v>
                </c:pt>
                <c:pt idx="118">
                  <c:v>28.28</c:v>
                </c:pt>
                <c:pt idx="119">
                  <c:v>28.23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4"/>
      </c:catAx>
      <c:valAx>
        <c:axId val="2094734552"/>
        <c:scaling>
          <c:orientation val="minMax"/>
          <c:max val="29.5"/>
          <c:min val="25.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5484D"/>
            </a:solidFill>
            <a:ln w="25400" cap="flat">
              <a:solidFill>
                <a:srgbClr val="E548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484D"/>
              </a:solidFill>
              <a:ln w="9525" cap="flat">
                <a:solidFill>
                  <a:srgbClr val="E54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>30 Apr</c:v>
                  </c:pt>
                  <c:pt idx="1">
                    <c:v>30 Apr</c:v>
                  </c:pt>
                  <c:pt idx="2">
                    <c:v>30 Apr</c:v>
                  </c:pt>
                  <c:pt idx="3">
                    <c:v>30 Apr</c:v>
                  </c:pt>
                  <c:pt idx="4">
                    <c:v>30 Apr</c:v>
                  </c:pt>
                  <c:pt idx="5">
                    <c:v>30 Apr</c:v>
                  </c:pt>
                  <c:pt idx="6">
                    <c:v>30 Apr</c:v>
                  </c:pt>
                  <c:pt idx="7">
                    <c:v>30 Apr</c:v>
                  </c:pt>
                  <c:pt idx="8">
                    <c:v>30 Apr</c:v>
                  </c:pt>
                  <c:pt idx="9">
                    <c:v>30 Apr</c:v>
                  </c:pt>
                  <c:pt idx="10">
                    <c:v>30 Apr</c:v>
                  </c:pt>
                  <c:pt idx="11">
                    <c:v>30 Apr</c:v>
                  </c:pt>
                  <c:pt idx="12">
                    <c:v>30 Apr</c:v>
                  </c:pt>
                  <c:pt idx="13">
                    <c:v>30 Apr</c:v>
                  </c:pt>
                  <c:pt idx="14">
                    <c:v>30 Apr</c:v>
                  </c:pt>
                  <c:pt idx="15">
                    <c:v>30 Apr</c:v>
                  </c:pt>
                  <c:pt idx="16">
                    <c:v>30 Apr</c:v>
                  </c:pt>
                  <c:pt idx="17">
                    <c:v>30 Apr</c:v>
                  </c:pt>
                  <c:pt idx="18">
                    <c:v>30 Apr</c:v>
                  </c:pt>
                  <c:pt idx="19">
                    <c:v>30 Apr</c:v>
                  </c:pt>
                  <c:pt idx="20">
                    <c:v>30 Apr</c:v>
                  </c:pt>
                  <c:pt idx="21">
                    <c:v>30 Apr</c:v>
                  </c:pt>
                  <c:pt idx="22">
                    <c:v>30 Apr</c:v>
                  </c:pt>
                  <c:pt idx="23">
                    <c:v>30 Apr</c:v>
                  </c:pt>
                  <c:pt idx="24">
                    <c:v>1 May</c:v>
                  </c:pt>
                  <c:pt idx="25">
                    <c:v>1 May</c:v>
                  </c:pt>
                  <c:pt idx="26">
                    <c:v>1 May</c:v>
                  </c:pt>
                  <c:pt idx="27">
                    <c:v>1 May</c:v>
                  </c:pt>
                  <c:pt idx="28">
                    <c:v>1 May</c:v>
                  </c:pt>
                  <c:pt idx="29">
                    <c:v>1 May</c:v>
                  </c:pt>
                  <c:pt idx="30">
                    <c:v>1 May</c:v>
                  </c:pt>
                  <c:pt idx="31">
                    <c:v>1 May</c:v>
                  </c:pt>
                  <c:pt idx="32">
                    <c:v>1 May</c:v>
                  </c:pt>
                  <c:pt idx="33">
                    <c:v>1 May</c:v>
                  </c:pt>
                  <c:pt idx="34">
                    <c:v>1 May</c:v>
                  </c:pt>
                  <c:pt idx="35">
                    <c:v>1 May</c:v>
                  </c:pt>
                  <c:pt idx="36">
                    <c:v>1 May</c:v>
                  </c:pt>
                  <c:pt idx="37">
                    <c:v>1 May</c:v>
                  </c:pt>
                  <c:pt idx="38">
                    <c:v>1 May</c:v>
                  </c:pt>
                  <c:pt idx="39">
                    <c:v>1 May</c:v>
                  </c:pt>
                  <c:pt idx="40">
                    <c:v>1 May</c:v>
                  </c:pt>
                  <c:pt idx="41">
                    <c:v>1 May</c:v>
                  </c:pt>
                  <c:pt idx="42">
                    <c:v>1 May</c:v>
                  </c:pt>
                  <c:pt idx="43">
                    <c:v>1 May</c:v>
                  </c:pt>
                  <c:pt idx="44">
                    <c:v>1 May</c:v>
                  </c:pt>
                  <c:pt idx="45">
                    <c:v>1 May</c:v>
                  </c:pt>
                  <c:pt idx="46">
                    <c:v>1 May</c:v>
                  </c:pt>
                  <c:pt idx="47">
                    <c:v>1 May</c:v>
                  </c:pt>
                  <c:pt idx="48">
                    <c:v>2 May</c:v>
                  </c:pt>
                  <c:pt idx="49">
                    <c:v>2 May</c:v>
                  </c:pt>
                  <c:pt idx="50">
                    <c:v>2 May</c:v>
                  </c:pt>
                  <c:pt idx="51">
                    <c:v>2 May</c:v>
                  </c:pt>
                  <c:pt idx="52">
                    <c:v>2 May</c:v>
                  </c:pt>
                  <c:pt idx="53">
                    <c:v>2 May</c:v>
                  </c:pt>
                  <c:pt idx="54">
                    <c:v>2 May</c:v>
                  </c:pt>
                  <c:pt idx="55">
                    <c:v>2 May</c:v>
                  </c:pt>
                  <c:pt idx="56">
                    <c:v>2 May</c:v>
                  </c:pt>
                  <c:pt idx="57">
                    <c:v>2 May</c:v>
                  </c:pt>
                  <c:pt idx="58">
                    <c:v>2 May</c:v>
                  </c:pt>
                  <c:pt idx="59">
                    <c:v>2 May</c:v>
                  </c:pt>
                  <c:pt idx="60">
                    <c:v>2 May</c:v>
                  </c:pt>
                  <c:pt idx="61">
                    <c:v>2 May</c:v>
                  </c:pt>
                  <c:pt idx="62">
                    <c:v>2 May</c:v>
                  </c:pt>
                  <c:pt idx="63">
                    <c:v>2 May</c:v>
                  </c:pt>
                  <c:pt idx="64">
                    <c:v>2 May</c:v>
                  </c:pt>
                  <c:pt idx="65">
                    <c:v>2 May</c:v>
                  </c:pt>
                  <c:pt idx="66">
                    <c:v>2 May</c:v>
                  </c:pt>
                  <c:pt idx="67">
                    <c:v>2 May</c:v>
                  </c:pt>
                  <c:pt idx="68">
                    <c:v>2 May</c:v>
                  </c:pt>
                  <c:pt idx="69">
                    <c:v>2 May</c:v>
                  </c:pt>
                  <c:pt idx="70">
                    <c:v>2 May</c:v>
                  </c:pt>
                  <c:pt idx="71">
                    <c:v>2 May</c:v>
                  </c:pt>
                  <c:pt idx="72">
                    <c:v>3 May</c:v>
                  </c:pt>
                  <c:pt idx="73">
                    <c:v>3 May</c:v>
                  </c:pt>
                  <c:pt idx="74">
                    <c:v>3 May</c:v>
                  </c:pt>
                  <c:pt idx="75">
                    <c:v>3 May</c:v>
                  </c:pt>
                  <c:pt idx="76">
                    <c:v>3 May</c:v>
                  </c:pt>
                  <c:pt idx="77">
                    <c:v>3 May</c:v>
                  </c:pt>
                  <c:pt idx="78">
                    <c:v>3 May</c:v>
                  </c:pt>
                  <c:pt idx="79">
                    <c:v>3 May</c:v>
                  </c:pt>
                  <c:pt idx="80">
                    <c:v>3 May</c:v>
                  </c:pt>
                  <c:pt idx="81">
                    <c:v>3 May</c:v>
                  </c:pt>
                  <c:pt idx="82">
                    <c:v>3 May</c:v>
                  </c:pt>
                  <c:pt idx="83">
                    <c:v>3 May</c:v>
                  </c:pt>
                  <c:pt idx="84">
                    <c:v>3 May</c:v>
                  </c:pt>
                  <c:pt idx="85">
                    <c:v>3 May</c:v>
                  </c:pt>
                  <c:pt idx="86">
                    <c:v>3 May</c:v>
                  </c:pt>
                  <c:pt idx="87">
                    <c:v>3 May</c:v>
                  </c:pt>
                  <c:pt idx="88">
                    <c:v>3 May</c:v>
                  </c:pt>
                  <c:pt idx="89">
                    <c:v>3 May</c:v>
                  </c:pt>
                  <c:pt idx="90">
                    <c:v>3 May</c:v>
                  </c:pt>
                  <c:pt idx="91">
                    <c:v>3 May</c:v>
                  </c:pt>
                  <c:pt idx="92">
                    <c:v>3 May</c:v>
                  </c:pt>
                  <c:pt idx="93">
                    <c:v>3 May</c:v>
                  </c:pt>
                  <c:pt idx="94">
                    <c:v>3 May</c:v>
                  </c:pt>
                  <c:pt idx="95">
                    <c:v>3 May</c:v>
                  </c:pt>
                  <c:pt idx="96">
                    <c:v>4 May</c:v>
                  </c:pt>
                  <c:pt idx="97">
                    <c:v>4 May</c:v>
                  </c:pt>
                  <c:pt idx="98">
                    <c:v>4 May</c:v>
                  </c:pt>
                  <c:pt idx="99">
                    <c:v>4 May</c:v>
                  </c:pt>
                  <c:pt idx="100">
                    <c:v>4 May</c:v>
                  </c:pt>
                  <c:pt idx="101">
                    <c:v>4 May</c:v>
                  </c:pt>
                  <c:pt idx="102">
                    <c:v>4 May</c:v>
                  </c:pt>
                  <c:pt idx="103">
                    <c:v>4 May</c:v>
                  </c:pt>
                  <c:pt idx="104">
                    <c:v>4 May</c:v>
                  </c:pt>
                  <c:pt idx="105">
                    <c:v>4 May</c:v>
                  </c:pt>
                  <c:pt idx="106">
                    <c:v>4 May</c:v>
                  </c:pt>
                  <c:pt idx="107">
                    <c:v>4 May</c:v>
                  </c:pt>
                  <c:pt idx="108">
                    <c:v>4 May</c:v>
                  </c:pt>
                  <c:pt idx="109">
                    <c:v>4 May</c:v>
                  </c:pt>
                  <c:pt idx="110">
                    <c:v>4 May</c:v>
                  </c:pt>
                  <c:pt idx="111">
                    <c:v>4 May</c:v>
                  </c:pt>
                  <c:pt idx="112">
                    <c:v>4 May</c:v>
                  </c:pt>
                  <c:pt idx="113">
                    <c:v>4 May</c:v>
                  </c:pt>
                  <c:pt idx="114">
                    <c:v>4 May</c:v>
                  </c:pt>
                  <c:pt idx="115">
                    <c:v>4 May</c:v>
                  </c:pt>
                  <c:pt idx="116">
                    <c:v>4 May</c:v>
                  </c:pt>
                  <c:pt idx="117">
                    <c:v>4 May</c:v>
                  </c:pt>
                  <c:pt idx="118">
                    <c:v>4 May</c:v>
                  </c:pt>
                  <c:pt idx="119">
                    <c:v>4 May</c:v>
                  </c:pt>
                </c:lvl>
              </c:multiLvlStrCache>
            </c:multiLvlStr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93.2</c:v>
                </c:pt>
                <c:pt idx="50">
                  <c:v>92.8</c:v>
                </c:pt>
                <c:pt idx="51">
                  <c:v>92.7</c:v>
                </c:pt>
                <c:pt idx="52">
                  <c:v>92.8</c:v>
                </c:pt>
                <c:pt idx="53">
                  <c:v>93</c:v>
                </c:pt>
                <c:pt idx="54">
                  <c:v>93.4</c:v>
                </c:pt>
                <c:pt idx="55">
                  <c:v>93.4</c:v>
                </c:pt>
                <c:pt idx="56">
                  <c:v>93.4</c:v>
                </c:pt>
                <c:pt idx="57">
                  <c:v>92.5</c:v>
                </c:pt>
                <c:pt idx="58">
                  <c:v>92.8</c:v>
                </c:pt>
                <c:pt idx="59">
                  <c:v>92.6</c:v>
                </c:pt>
                <c:pt idx="60">
                  <c:v>93.4</c:v>
                </c:pt>
                <c:pt idx="61">
                  <c:v>95.9</c:v>
                </c:pt>
                <c:pt idx="62">
                  <c:v>98.4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4"/>
      </c:catAx>
      <c:valAx>
        <c:axId val="2094734552"/>
        <c:scaling>
          <c:orientation val="minMax"/>
          <c:max val="101"/>
          <c:min val="9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hottest hour each day (°C)</c:v>
                </c:pt>
              </c:strCache>
            </c:strRef>
          </c:tx>
          <c:spPr>
            <a:solidFill>
              <a:srgbClr val="008C7E"/>
            </a:solidFill>
            <a:ln w="25400" cap="flat">
              <a:solidFill>
                <a:srgbClr val="008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C7E"/>
              </a:solidFill>
              <a:ln w="9525" cap="flat">
                <a:solidFill>
                  <a:srgbClr val="008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Sheet1!$A$2:$A$366</c:f>
              <c:multiLvlStrCache>
                <c:ptCount val="365"/>
                <c:lvl>
                  <c:pt idx="0">
                    <c:v>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Feb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Mar</c:v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>Apr</c:v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>May</c:v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>Jun</c:v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>Jul</c:v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>Aug</c:v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>Sep</c:v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>Oct</c:v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>Nov</c:v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>Dec</c:v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</c:lvl>
              </c:multiLvlStrCache>
            </c:multiLvlStrRef>
          </c:cat>
          <c:val>
            <c:numRef>
              <c:f>Sheet1!$B$2:$B$366</c:f>
              <c:numCache>
                <c:formatCode>General</c:formatCode>
                <c:ptCount val="365"/>
                <c:pt idx="0">
                  <c:v>59.7</c:v>
                </c:pt>
                <c:pt idx="1">
                  <c:v>59.81</c:v>
                </c:pt>
                <c:pt idx="2">
                  <c:v>59.86</c:v>
                </c:pt>
                <c:pt idx="3">
                  <c:v>59.85</c:v>
                </c:pt>
                <c:pt idx="4">
                  <c:v>59.82</c:v>
                </c:pt>
                <c:pt idx="5">
                  <c:v>59.93</c:v>
                </c:pt>
                <c:pt idx="6">
                  <c:v>59.98</c:v>
                </c:pt>
                <c:pt idx="7">
                  <c:v>59.95</c:v>
                </c:pt>
                <c:pt idx="8">
                  <c:v>60.02</c:v>
                </c:pt>
                <c:pt idx="9">
                  <c:v>60.07</c:v>
                </c:pt>
                <c:pt idx="10">
                  <c:v>60.1</c:v>
                </c:pt>
                <c:pt idx="11">
                  <c:v>60.07</c:v>
                </c:pt>
                <c:pt idx="12">
                  <c:v>60.17</c:v>
                </c:pt>
                <c:pt idx="13">
                  <c:v>60.23</c:v>
                </c:pt>
                <c:pt idx="14">
                  <c:v>60.2</c:v>
                </c:pt>
                <c:pt idx="15">
                  <c:v>60.27</c:v>
                </c:pt>
                <c:pt idx="16">
                  <c:v>60.28</c:v>
                </c:pt>
                <c:pt idx="17">
                  <c:v>60.29</c:v>
                </c:pt>
                <c:pt idx="18">
                  <c:v>60.42</c:v>
                </c:pt>
                <c:pt idx="19">
                  <c:v>60.36</c:v>
                </c:pt>
                <c:pt idx="20">
                  <c:v>60.34</c:v>
                </c:pt>
                <c:pt idx="21">
                  <c:v>60.45</c:v>
                </c:pt>
                <c:pt idx="22">
                  <c:v>60.51</c:v>
                </c:pt>
                <c:pt idx="23">
                  <c:v>60.51</c:v>
                </c:pt>
                <c:pt idx="24">
                  <c:v>60.66</c:v>
                </c:pt>
                <c:pt idx="25">
                  <c:v>60.66</c:v>
                </c:pt>
                <c:pt idx="26">
                  <c:v>60.71</c:v>
                </c:pt>
                <c:pt idx="27">
                  <c:v>60.7</c:v>
                </c:pt>
                <c:pt idx="28">
                  <c:v>60.75</c:v>
                </c:pt>
                <c:pt idx="29">
                  <c:v>60.81</c:v>
                </c:pt>
                <c:pt idx="30">
                  <c:v>60.85</c:v>
                </c:pt>
                <c:pt idx="31">
                  <c:v>60.89</c:v>
                </c:pt>
                <c:pt idx="32">
                  <c:v>60.94</c:v>
                </c:pt>
                <c:pt idx="33">
                  <c:v>60.9</c:v>
                </c:pt>
                <c:pt idx="34">
                  <c:v>61.05</c:v>
                </c:pt>
                <c:pt idx="35">
                  <c:v>61.01</c:v>
                </c:pt>
                <c:pt idx="36">
                  <c:v>60.99</c:v>
                </c:pt>
                <c:pt idx="37">
                  <c:v>61.11</c:v>
                </c:pt>
                <c:pt idx="38">
                  <c:v>61.13</c:v>
                </c:pt>
                <c:pt idx="39">
                  <c:v>61.19</c:v>
                </c:pt>
                <c:pt idx="40">
                  <c:v>61.16</c:v>
                </c:pt>
                <c:pt idx="41">
                  <c:v>61.2</c:v>
                </c:pt>
                <c:pt idx="42">
                  <c:v>61.29</c:v>
                </c:pt>
                <c:pt idx="43">
                  <c:v>61.35</c:v>
                </c:pt>
                <c:pt idx="44">
                  <c:v>61.36</c:v>
                </c:pt>
                <c:pt idx="45">
                  <c:v>61.46</c:v>
                </c:pt>
                <c:pt idx="46">
                  <c:v>61.43</c:v>
                </c:pt>
                <c:pt idx="47">
                  <c:v>61.51</c:v>
                </c:pt>
                <c:pt idx="48">
                  <c:v>61.48</c:v>
                </c:pt>
                <c:pt idx="49">
                  <c:v>61.5</c:v>
                </c:pt>
                <c:pt idx="50">
                  <c:v>61.64</c:v>
                </c:pt>
                <c:pt idx="51">
                  <c:v>61.73</c:v>
                </c:pt>
                <c:pt idx="52">
                  <c:v>61.76</c:v>
                </c:pt>
                <c:pt idx="53">
                  <c:v>61.73</c:v>
                </c:pt>
                <c:pt idx="54">
                  <c:v>61.74</c:v>
                </c:pt>
                <c:pt idx="55">
                  <c:v>61.84</c:v>
                </c:pt>
                <c:pt idx="56">
                  <c:v>61.84</c:v>
                </c:pt>
                <c:pt idx="57">
                  <c:v>61.9</c:v>
                </c:pt>
                <c:pt idx="58">
                  <c:v>61.98</c:v>
                </c:pt>
                <c:pt idx="59">
                  <c:v>61.99</c:v>
                </c:pt>
                <c:pt idx="60">
                  <c:v>62.08</c:v>
                </c:pt>
                <c:pt idx="61">
                  <c:v>61.93</c:v>
                </c:pt>
                <c:pt idx="62">
                  <c:v>62.14</c:v>
                </c:pt>
                <c:pt idx="63">
                  <c:v>62.2</c:v>
                </c:pt>
                <c:pt idx="64">
                  <c:v>62.2</c:v>
                </c:pt>
                <c:pt idx="65">
                  <c:v>62.19</c:v>
                </c:pt>
                <c:pt idx="66">
                  <c:v>62.26</c:v>
                </c:pt>
                <c:pt idx="67">
                  <c:v>62.32</c:v>
                </c:pt>
                <c:pt idx="68">
                  <c:v>62.41</c:v>
                </c:pt>
                <c:pt idx="69">
                  <c:v>62.4</c:v>
                </c:pt>
                <c:pt idx="70">
                  <c:v>62.41</c:v>
                </c:pt>
                <c:pt idx="71">
                  <c:v>62.51</c:v>
                </c:pt>
                <c:pt idx="72">
                  <c:v>62.51</c:v>
                </c:pt>
                <c:pt idx="73">
                  <c:v>62.56</c:v>
                </c:pt>
                <c:pt idx="74">
                  <c:v>62.66</c:v>
                </c:pt>
                <c:pt idx="75">
                  <c:v>62.56</c:v>
                </c:pt>
                <c:pt idx="76">
                  <c:v>62.71</c:v>
                </c:pt>
                <c:pt idx="77">
                  <c:v>62.65</c:v>
                </c:pt>
                <c:pt idx="78">
                  <c:v>62.81</c:v>
                </c:pt>
                <c:pt idx="79">
                  <c:v>62.71</c:v>
                </c:pt>
                <c:pt idx="80">
                  <c:v>62.89</c:v>
                </c:pt>
                <c:pt idx="81">
                  <c:v>62.93</c:v>
                </c:pt>
                <c:pt idx="82">
                  <c:v>62.76</c:v>
                </c:pt>
                <c:pt idx="83">
                  <c:v>63.04</c:v>
                </c:pt>
                <c:pt idx="84">
                  <c:v>63</c:v>
                </c:pt>
                <c:pt idx="85">
                  <c:v>62.98</c:v>
                </c:pt>
                <c:pt idx="86">
                  <c:v>63.01</c:v>
                </c:pt>
                <c:pt idx="87">
                  <c:v>63.12</c:v>
                </c:pt>
                <c:pt idx="88">
                  <c:v>63.18</c:v>
                </c:pt>
                <c:pt idx="89">
                  <c:v>63.16</c:v>
                </c:pt>
                <c:pt idx="90">
                  <c:v>63.2</c:v>
                </c:pt>
                <c:pt idx="91">
                  <c:v>63.33</c:v>
                </c:pt>
                <c:pt idx="92">
                  <c:v>63.27</c:v>
                </c:pt>
                <c:pt idx="93">
                  <c:v>63.39</c:v>
                </c:pt>
                <c:pt idx="94">
                  <c:v>63.37</c:v>
                </c:pt>
                <c:pt idx="95">
                  <c:v>63.34</c:v>
                </c:pt>
                <c:pt idx="96">
                  <c:v>63.51</c:v>
                </c:pt>
                <c:pt idx="97">
                  <c:v>63.41</c:v>
                </c:pt>
                <c:pt idx="98">
                  <c:v>63.43</c:v>
                </c:pt>
                <c:pt idx="99">
                  <c:v>63.53</c:v>
                </c:pt>
                <c:pt idx="100">
                  <c:v>63.6</c:v>
                </c:pt>
                <c:pt idx="101">
                  <c:v>63.57</c:v>
                </c:pt>
                <c:pt idx="102">
                  <c:v>63.67</c:v>
                </c:pt>
                <c:pt idx="103">
                  <c:v>63.74</c:v>
                </c:pt>
                <c:pt idx="104">
                  <c:v>63.71</c:v>
                </c:pt>
                <c:pt idx="105">
                  <c:v>63.64</c:v>
                </c:pt>
                <c:pt idx="106">
                  <c:v>63.74</c:v>
                </c:pt>
                <c:pt idx="107">
                  <c:v>63.82</c:v>
                </c:pt>
                <c:pt idx="108">
                  <c:v>63.76</c:v>
                </c:pt>
                <c:pt idx="109">
                  <c:v>63.89</c:v>
                </c:pt>
                <c:pt idx="110">
                  <c:v>63.8</c:v>
                </c:pt>
                <c:pt idx="111">
                  <c:v>63.92</c:v>
                </c:pt>
                <c:pt idx="112">
                  <c:v>63.92</c:v>
                </c:pt>
                <c:pt idx="113">
                  <c:v>64.03</c:v>
                </c:pt>
                <c:pt idx="114">
                  <c:v>64.02</c:v>
                </c:pt>
                <c:pt idx="115">
                  <c:v>63.99</c:v>
                </c:pt>
                <c:pt idx="116">
                  <c:v>63.97</c:v>
                </c:pt>
                <c:pt idx="117">
                  <c:v>64.13</c:v>
                </c:pt>
                <c:pt idx="118">
                  <c:v>64.12</c:v>
                </c:pt>
                <c:pt idx="119">
                  <c:v>64.17</c:v>
                </c:pt>
                <c:pt idx="120">
                  <c:v>64.23</c:v>
                </c:pt>
                <c:pt idx="121">
                  <c:v>64.12</c:v>
                </c:pt>
                <c:pt idx="122">
                  <c:v>64.11</c:v>
                </c:pt>
                <c:pt idx="123">
                  <c:v>64.21</c:v>
                </c:pt>
                <c:pt idx="124">
                  <c:v>64.29</c:v>
                </c:pt>
                <c:pt idx="125">
                  <c:v>64.33</c:v>
                </c:pt>
                <c:pt idx="126">
                  <c:v>64.34</c:v>
                </c:pt>
                <c:pt idx="127">
                  <c:v>64.37</c:v>
                </c:pt>
                <c:pt idx="128">
                  <c:v>64.3</c:v>
                </c:pt>
                <c:pt idx="129">
                  <c:v>64.31</c:v>
                </c:pt>
                <c:pt idx="130">
                  <c:v>64.41</c:v>
                </c:pt>
                <c:pt idx="131">
                  <c:v>64.38</c:v>
                </c:pt>
                <c:pt idx="132">
                  <c:v>64.38</c:v>
                </c:pt>
                <c:pt idx="133">
                  <c:v>64.43</c:v>
                </c:pt>
                <c:pt idx="134">
                  <c:v>64.49</c:v>
                </c:pt>
                <c:pt idx="135">
                  <c:v>64.44</c:v>
                </c:pt>
                <c:pt idx="136">
                  <c:v>64.53</c:v>
                </c:pt>
                <c:pt idx="137">
                  <c:v>64.59</c:v>
                </c:pt>
                <c:pt idx="138">
                  <c:v>64.59</c:v>
                </c:pt>
                <c:pt idx="139">
                  <c:v>64.59</c:v>
                </c:pt>
                <c:pt idx="140">
                  <c:v>64.55</c:v>
                </c:pt>
                <c:pt idx="141">
                  <c:v>64.67</c:v>
                </c:pt>
                <c:pt idx="142">
                  <c:v>64.59</c:v>
                </c:pt>
                <c:pt idx="143">
                  <c:v>64.64</c:v>
                </c:pt>
                <c:pt idx="144">
                  <c:v>64.7</c:v>
                </c:pt>
                <c:pt idx="145">
                  <c:v>64.69</c:v>
                </c:pt>
                <c:pt idx="146">
                  <c:v>64.65</c:v>
                </c:pt>
                <c:pt idx="147">
                  <c:v>64.63</c:v>
                </c:pt>
                <c:pt idx="148">
                  <c:v>64.74</c:v>
                </c:pt>
                <c:pt idx="149">
                  <c:v>64.7</c:v>
                </c:pt>
                <c:pt idx="150">
                  <c:v>64.68</c:v>
                </c:pt>
                <c:pt idx="151">
                  <c:v>64.78</c:v>
                </c:pt>
                <c:pt idx="152">
                  <c:v>64.75</c:v>
                </c:pt>
                <c:pt idx="153">
                  <c:v>64.84</c:v>
                </c:pt>
                <c:pt idx="154">
                  <c:v>64.75</c:v>
                </c:pt>
                <c:pt idx="155">
                  <c:v>64.83</c:v>
                </c:pt>
                <c:pt idx="156">
                  <c:v>64.82</c:v>
                </c:pt>
                <c:pt idx="157">
                  <c:v>64.8</c:v>
                </c:pt>
                <c:pt idx="158">
                  <c:v>64.75</c:v>
                </c:pt>
                <c:pt idx="159">
                  <c:v>64.81</c:v>
                </c:pt>
                <c:pt idx="160">
                  <c:v>64.85</c:v>
                </c:pt>
                <c:pt idx="161">
                  <c:v>64.77</c:v>
                </c:pt>
                <c:pt idx="162">
                  <c:v>64.85</c:v>
                </c:pt>
                <c:pt idx="163">
                  <c:v>64.84</c:v>
                </c:pt>
                <c:pt idx="164">
                  <c:v>64.88</c:v>
                </c:pt>
                <c:pt idx="165">
                  <c:v>64.92</c:v>
                </c:pt>
                <c:pt idx="166">
                  <c:v>64.92</c:v>
                </c:pt>
                <c:pt idx="167">
                  <c:v>64.94</c:v>
                </c:pt>
                <c:pt idx="168">
                  <c:v>64.85</c:v>
                </c:pt>
                <c:pt idx="169">
                  <c:v>64.87</c:v>
                </c:pt>
                <c:pt idx="170">
                  <c:v>64.78</c:v>
                </c:pt>
                <c:pt idx="171">
                  <c:v>64.91</c:v>
                </c:pt>
                <c:pt idx="172">
                  <c:v>64.85</c:v>
                </c:pt>
                <c:pt idx="173">
                  <c:v>64.81</c:v>
                </c:pt>
                <c:pt idx="174">
                  <c:v>64.91</c:v>
                </c:pt>
                <c:pt idx="175">
                  <c:v>64.82</c:v>
                </c:pt>
                <c:pt idx="176">
                  <c:v>64.84</c:v>
                </c:pt>
                <c:pt idx="177">
                  <c:v>64.73</c:v>
                </c:pt>
                <c:pt idx="178">
                  <c:v>64.91</c:v>
                </c:pt>
                <c:pt idx="179">
                  <c:v>64.87</c:v>
                </c:pt>
                <c:pt idx="180">
                  <c:v>64.84</c:v>
                </c:pt>
                <c:pt idx="181">
                  <c:v>64.89</c:v>
                </c:pt>
                <c:pt idx="182">
                  <c:v>64.89</c:v>
                </c:pt>
                <c:pt idx="183">
                  <c:v>64.81</c:v>
                </c:pt>
                <c:pt idx="184">
                  <c:v>64.85</c:v>
                </c:pt>
                <c:pt idx="185">
                  <c:v>64.8</c:v>
                </c:pt>
                <c:pt idx="186">
                  <c:v>64.83</c:v>
                </c:pt>
                <c:pt idx="187">
                  <c:v>64.9</c:v>
                </c:pt>
                <c:pt idx="188">
                  <c:v>64.85</c:v>
                </c:pt>
                <c:pt idx="189">
                  <c:v>64.82</c:v>
                </c:pt>
                <c:pt idx="190">
                  <c:v>64.77</c:v>
                </c:pt>
                <c:pt idx="191">
                  <c:v>64.88</c:v>
                </c:pt>
                <c:pt idx="192">
                  <c:v>64.76</c:v>
                </c:pt>
                <c:pt idx="193">
                  <c:v>64.74</c:v>
                </c:pt>
                <c:pt idx="194">
                  <c:v>64.82</c:v>
                </c:pt>
                <c:pt idx="195">
                  <c:v>64.75</c:v>
                </c:pt>
                <c:pt idx="196">
                  <c:v>64.87</c:v>
                </c:pt>
                <c:pt idx="197">
                  <c:v>64.85</c:v>
                </c:pt>
                <c:pt idx="198">
                  <c:v>64.64</c:v>
                </c:pt>
                <c:pt idx="199">
                  <c:v>64.8</c:v>
                </c:pt>
                <c:pt idx="200">
                  <c:v>64.77</c:v>
                </c:pt>
                <c:pt idx="201">
                  <c:v>64.74</c:v>
                </c:pt>
                <c:pt idx="202">
                  <c:v>64.77</c:v>
                </c:pt>
                <c:pt idx="203">
                  <c:v>64.72</c:v>
                </c:pt>
                <c:pt idx="204">
                  <c:v>64.77</c:v>
                </c:pt>
                <c:pt idx="205">
                  <c:v>64.73</c:v>
                </c:pt>
                <c:pt idx="206">
                  <c:v>64.73</c:v>
                </c:pt>
                <c:pt idx="207">
                  <c:v>64.76</c:v>
                </c:pt>
                <c:pt idx="208">
                  <c:v>64.67</c:v>
                </c:pt>
                <c:pt idx="209">
                  <c:v>64.67</c:v>
                </c:pt>
                <c:pt idx="210">
                  <c:v>64.64</c:v>
                </c:pt>
                <c:pt idx="211">
                  <c:v>64.66</c:v>
                </c:pt>
                <c:pt idx="212">
                  <c:v>64.61</c:v>
                </c:pt>
                <c:pt idx="213">
                  <c:v>64.56</c:v>
                </c:pt>
                <c:pt idx="214">
                  <c:v>64.53</c:v>
                </c:pt>
                <c:pt idx="215">
                  <c:v>64.59</c:v>
                </c:pt>
                <c:pt idx="216">
                  <c:v>64.57</c:v>
                </c:pt>
                <c:pt idx="217">
                  <c:v>64.6</c:v>
                </c:pt>
                <c:pt idx="218">
                  <c:v>64.45</c:v>
                </c:pt>
                <c:pt idx="219">
                  <c:v>64.53</c:v>
                </c:pt>
                <c:pt idx="220">
                  <c:v>64.48</c:v>
                </c:pt>
                <c:pt idx="221">
                  <c:v>64.4</c:v>
                </c:pt>
                <c:pt idx="222">
                  <c:v>64.43</c:v>
                </c:pt>
                <c:pt idx="223">
                  <c:v>64.47</c:v>
                </c:pt>
                <c:pt idx="224">
                  <c:v>64.5</c:v>
                </c:pt>
                <c:pt idx="225">
                  <c:v>64.49</c:v>
                </c:pt>
                <c:pt idx="226">
                  <c:v>64.4</c:v>
                </c:pt>
                <c:pt idx="227">
                  <c:v>64.36</c:v>
                </c:pt>
                <c:pt idx="228">
                  <c:v>64.39</c:v>
                </c:pt>
                <c:pt idx="229">
                  <c:v>64.37</c:v>
                </c:pt>
                <c:pt idx="230">
                  <c:v>64.34</c:v>
                </c:pt>
                <c:pt idx="231">
                  <c:v>64.32</c:v>
                </c:pt>
                <c:pt idx="232">
                  <c:v>64.31</c:v>
                </c:pt>
                <c:pt idx="233">
                  <c:v>64.35</c:v>
                </c:pt>
                <c:pt idx="234">
                  <c:v>64.27</c:v>
                </c:pt>
                <c:pt idx="235">
                  <c:v>64.31</c:v>
                </c:pt>
                <c:pt idx="236">
                  <c:v>64.32</c:v>
                </c:pt>
                <c:pt idx="237">
                  <c:v>64.18</c:v>
                </c:pt>
                <c:pt idx="238">
                  <c:v>64.16</c:v>
                </c:pt>
                <c:pt idx="239">
                  <c:v>64.22</c:v>
                </c:pt>
                <c:pt idx="240">
                  <c:v>64.2</c:v>
                </c:pt>
                <c:pt idx="241">
                  <c:v>64.22</c:v>
                </c:pt>
                <c:pt idx="242">
                  <c:v>64.18</c:v>
                </c:pt>
                <c:pt idx="243">
                  <c:v>64.14</c:v>
                </c:pt>
                <c:pt idx="244">
                  <c:v>64.09</c:v>
                </c:pt>
                <c:pt idx="245">
                  <c:v>67</c:v>
                </c:pt>
                <c:pt idx="246">
                  <c:v>66.98</c:v>
                </c:pt>
                <c:pt idx="247">
                  <c:v>67</c:v>
                </c:pt>
                <c:pt idx="248">
                  <c:v>66.91</c:v>
                </c:pt>
                <c:pt idx="249">
                  <c:v>66.96</c:v>
                </c:pt>
                <c:pt idx="250">
                  <c:v>66.92</c:v>
                </c:pt>
                <c:pt idx="251">
                  <c:v>66.94</c:v>
                </c:pt>
                <c:pt idx="252">
                  <c:v>66.96</c:v>
                </c:pt>
                <c:pt idx="253">
                  <c:v>66.93</c:v>
                </c:pt>
                <c:pt idx="254">
                  <c:v>66.94</c:v>
                </c:pt>
                <c:pt idx="255">
                  <c:v>66.83</c:v>
                </c:pt>
                <c:pt idx="256">
                  <c:v>66.81</c:v>
                </c:pt>
                <c:pt idx="257">
                  <c:v>66.84</c:v>
                </c:pt>
                <c:pt idx="258">
                  <c:v>66.82</c:v>
                </c:pt>
                <c:pt idx="259">
                  <c:v>66.72</c:v>
                </c:pt>
                <c:pt idx="260">
                  <c:v>66.8</c:v>
                </c:pt>
                <c:pt idx="261">
                  <c:v>66.71</c:v>
                </c:pt>
                <c:pt idx="262">
                  <c:v>66.68</c:v>
                </c:pt>
                <c:pt idx="263">
                  <c:v>66.7</c:v>
                </c:pt>
                <c:pt idx="264">
                  <c:v>66.6</c:v>
                </c:pt>
                <c:pt idx="265">
                  <c:v>66.73</c:v>
                </c:pt>
                <c:pt idx="266">
                  <c:v>66.65</c:v>
                </c:pt>
                <c:pt idx="267">
                  <c:v>66.68</c:v>
                </c:pt>
                <c:pt idx="268">
                  <c:v>66.67</c:v>
                </c:pt>
                <c:pt idx="269">
                  <c:v>66.58</c:v>
                </c:pt>
                <c:pt idx="270">
                  <c:v>66.62</c:v>
                </c:pt>
                <c:pt idx="271">
                  <c:v>66.56</c:v>
                </c:pt>
                <c:pt idx="272">
                  <c:v>66.57</c:v>
                </c:pt>
                <c:pt idx="273">
                  <c:v>63.73</c:v>
                </c:pt>
                <c:pt idx="274">
                  <c:v>63.69</c:v>
                </c:pt>
                <c:pt idx="275">
                  <c:v>63.64</c:v>
                </c:pt>
                <c:pt idx="276">
                  <c:v>63.55</c:v>
                </c:pt>
                <c:pt idx="277">
                  <c:v>63.69</c:v>
                </c:pt>
                <c:pt idx="278">
                  <c:v>63.54</c:v>
                </c:pt>
                <c:pt idx="279">
                  <c:v>63.55</c:v>
                </c:pt>
                <c:pt idx="280">
                  <c:v>63.62</c:v>
                </c:pt>
                <c:pt idx="281">
                  <c:v>63.55</c:v>
                </c:pt>
                <c:pt idx="282">
                  <c:v>63.67</c:v>
                </c:pt>
                <c:pt idx="283">
                  <c:v>63.62</c:v>
                </c:pt>
                <c:pt idx="284">
                  <c:v>63.59</c:v>
                </c:pt>
                <c:pt idx="285">
                  <c:v>63.6</c:v>
                </c:pt>
                <c:pt idx="286">
                  <c:v>63.57</c:v>
                </c:pt>
                <c:pt idx="287">
                  <c:v>63.55</c:v>
                </c:pt>
                <c:pt idx="288">
                  <c:v>63.57</c:v>
                </c:pt>
                <c:pt idx="289">
                  <c:v>63.57</c:v>
                </c:pt>
                <c:pt idx="290">
                  <c:v>63.54</c:v>
                </c:pt>
                <c:pt idx="291">
                  <c:v>63.54</c:v>
                </c:pt>
                <c:pt idx="292">
                  <c:v>63.57</c:v>
                </c:pt>
                <c:pt idx="293">
                  <c:v>63.49</c:v>
                </c:pt>
                <c:pt idx="294">
                  <c:v>63.34</c:v>
                </c:pt>
                <c:pt idx="295">
                  <c:v>63.5</c:v>
                </c:pt>
                <c:pt idx="296">
                  <c:v>63.51</c:v>
                </c:pt>
                <c:pt idx="297">
                  <c:v>63.46</c:v>
                </c:pt>
                <c:pt idx="298">
                  <c:v>63.39</c:v>
                </c:pt>
                <c:pt idx="299">
                  <c:v>63.42</c:v>
                </c:pt>
                <c:pt idx="300">
                  <c:v>63.46</c:v>
                </c:pt>
                <c:pt idx="301">
                  <c:v>63.47</c:v>
                </c:pt>
                <c:pt idx="302">
                  <c:v>63.44</c:v>
                </c:pt>
                <c:pt idx="303">
                  <c:v>63.5</c:v>
                </c:pt>
                <c:pt idx="304">
                  <c:v>63.41</c:v>
                </c:pt>
                <c:pt idx="305">
                  <c:v>63.46</c:v>
                </c:pt>
                <c:pt idx="306">
                  <c:v>63.37</c:v>
                </c:pt>
                <c:pt idx="307">
                  <c:v>63.39</c:v>
                </c:pt>
                <c:pt idx="308">
                  <c:v>63.44</c:v>
                </c:pt>
                <c:pt idx="309">
                  <c:v>63.49</c:v>
                </c:pt>
                <c:pt idx="310">
                  <c:v>63.49</c:v>
                </c:pt>
                <c:pt idx="311">
                  <c:v>63.42</c:v>
                </c:pt>
                <c:pt idx="312">
                  <c:v>63.34</c:v>
                </c:pt>
                <c:pt idx="313">
                  <c:v>63.44</c:v>
                </c:pt>
                <c:pt idx="314">
                  <c:v>63.45</c:v>
                </c:pt>
                <c:pt idx="315">
                  <c:v>63.43</c:v>
                </c:pt>
                <c:pt idx="316">
                  <c:v>63.43</c:v>
                </c:pt>
                <c:pt idx="317">
                  <c:v>63.44</c:v>
                </c:pt>
                <c:pt idx="318">
                  <c:v>63.49</c:v>
                </c:pt>
                <c:pt idx="319">
                  <c:v>63.33</c:v>
                </c:pt>
                <c:pt idx="320">
                  <c:v>63.49</c:v>
                </c:pt>
                <c:pt idx="321">
                  <c:v>63.42</c:v>
                </c:pt>
                <c:pt idx="322">
                  <c:v>63.47</c:v>
                </c:pt>
                <c:pt idx="323">
                  <c:v>63.42</c:v>
                </c:pt>
                <c:pt idx="324">
                  <c:v>63.51</c:v>
                </c:pt>
                <c:pt idx="325">
                  <c:v>63.5</c:v>
                </c:pt>
                <c:pt idx="326">
                  <c:v>63.47</c:v>
                </c:pt>
                <c:pt idx="327">
                  <c:v>63.54</c:v>
                </c:pt>
                <c:pt idx="328">
                  <c:v>63.55</c:v>
                </c:pt>
                <c:pt idx="329">
                  <c:v>63.52</c:v>
                </c:pt>
                <c:pt idx="330">
                  <c:v>63.49</c:v>
                </c:pt>
                <c:pt idx="331">
                  <c:v>63.63</c:v>
                </c:pt>
                <c:pt idx="332">
                  <c:v>63.56</c:v>
                </c:pt>
                <c:pt idx="333">
                  <c:v>63.61</c:v>
                </c:pt>
                <c:pt idx="334">
                  <c:v>63.52</c:v>
                </c:pt>
                <c:pt idx="335">
                  <c:v>63.63</c:v>
                </c:pt>
                <c:pt idx="336">
                  <c:v>63.65</c:v>
                </c:pt>
                <c:pt idx="337">
                  <c:v>63.64</c:v>
                </c:pt>
                <c:pt idx="338">
                  <c:v>63.51</c:v>
                </c:pt>
                <c:pt idx="339">
                  <c:v>63.63</c:v>
                </c:pt>
                <c:pt idx="340">
                  <c:v>63.6</c:v>
                </c:pt>
                <c:pt idx="341">
                  <c:v>63.68</c:v>
                </c:pt>
                <c:pt idx="342">
                  <c:v>63.65</c:v>
                </c:pt>
                <c:pt idx="343">
                  <c:v>63.7</c:v>
                </c:pt>
                <c:pt idx="344">
                  <c:v>63.69</c:v>
                </c:pt>
                <c:pt idx="345">
                  <c:v>63.71</c:v>
                </c:pt>
                <c:pt idx="346">
                  <c:v>63.71</c:v>
                </c:pt>
                <c:pt idx="347">
                  <c:v>63.83</c:v>
                </c:pt>
                <c:pt idx="348">
                  <c:v>63.79</c:v>
                </c:pt>
                <c:pt idx="349">
                  <c:v>63.79</c:v>
                </c:pt>
                <c:pt idx="350">
                  <c:v>63.89</c:v>
                </c:pt>
                <c:pt idx="351">
                  <c:v>63.8</c:v>
                </c:pt>
                <c:pt idx="352">
                  <c:v>63.93</c:v>
                </c:pt>
                <c:pt idx="353">
                  <c:v>63.91</c:v>
                </c:pt>
                <c:pt idx="354">
                  <c:v>63.93</c:v>
                </c:pt>
                <c:pt idx="355">
                  <c:v>63.95</c:v>
                </c:pt>
                <c:pt idx="356">
                  <c:v>63.95</c:v>
                </c:pt>
                <c:pt idx="357">
                  <c:v>63.93</c:v>
                </c:pt>
                <c:pt idx="358">
                  <c:v>64.03</c:v>
                </c:pt>
                <c:pt idx="359">
                  <c:v>63.96</c:v>
                </c:pt>
                <c:pt idx="360">
                  <c:v>64.06</c:v>
                </c:pt>
                <c:pt idx="361">
                  <c:v>64.09</c:v>
                </c:pt>
                <c:pt idx="362">
                  <c:v>64.07</c:v>
                </c:pt>
                <c:pt idx="363">
                  <c:v>64.13</c:v>
                </c:pt>
                <c:pt idx="364">
                  <c:v>64.14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3σ ceiling 68.0 °C</c:v>
                </c:pt>
              </c:strCache>
            </c:strRef>
          </c:tx>
          <c:spPr>
            <a:solidFill>
              <a:srgbClr val="E5484D"/>
            </a:solidFill>
            <a:ln w="25400" cap="flat">
              <a:solidFill>
                <a:srgbClr val="E548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484D"/>
              </a:solidFill>
              <a:ln w="9525" cap="flat">
                <a:solidFill>
                  <a:srgbClr val="E54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Sheet1!$A$2:$A$366</c:f>
              <c:multiLvlStrCache>
                <c:ptCount val="365"/>
                <c:lvl>
                  <c:pt idx="0">
                    <c:v>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Feb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Mar</c:v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>Apr</c:v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>May</c:v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>Jun</c:v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>Jul</c:v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>Aug</c:v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>Sep</c:v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>Oct</c:v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>Nov</c:v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>Dec</c:v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</c:lvl>
              </c:multiLvlStrCache>
            </c:multiLvlStrRef>
          </c:cat>
          <c:val>
            <c:numRef>
              <c:f>Sheet1!$C$2:$C$366</c:f>
              <c:numCache>
                <c:formatCode>General</c:formatCode>
                <c:ptCount val="365"/>
                <c:pt idx="0">
                  <c:v>68</c:v>
                </c:pt>
                <c:pt idx="1">
                  <c:v>68</c:v>
                </c:pt>
                <c:pt idx="2">
                  <c:v>68</c:v>
                </c:pt>
                <c:pt idx="3">
                  <c:v>68</c:v>
                </c:pt>
                <c:pt idx="4">
                  <c:v>68</c:v>
                </c:pt>
                <c:pt idx="5">
                  <c:v>68</c:v>
                </c:pt>
                <c:pt idx="6">
                  <c:v>68</c:v>
                </c:pt>
                <c:pt idx="7">
                  <c:v>68</c:v>
                </c:pt>
                <c:pt idx="8">
                  <c:v>68</c:v>
                </c:pt>
                <c:pt idx="9">
                  <c:v>68</c:v>
                </c:pt>
                <c:pt idx="10">
                  <c:v>68</c:v>
                </c:pt>
                <c:pt idx="11">
                  <c:v>68</c:v>
                </c:pt>
                <c:pt idx="12">
                  <c:v>68</c:v>
                </c:pt>
                <c:pt idx="13">
                  <c:v>68</c:v>
                </c:pt>
                <c:pt idx="14">
                  <c:v>68</c:v>
                </c:pt>
                <c:pt idx="15">
                  <c:v>68</c:v>
                </c:pt>
                <c:pt idx="16">
                  <c:v>68</c:v>
                </c:pt>
                <c:pt idx="17">
                  <c:v>68</c:v>
                </c:pt>
                <c:pt idx="18">
                  <c:v>68</c:v>
                </c:pt>
                <c:pt idx="19">
                  <c:v>68</c:v>
                </c:pt>
                <c:pt idx="20">
                  <c:v>68</c:v>
                </c:pt>
                <c:pt idx="21">
                  <c:v>68</c:v>
                </c:pt>
                <c:pt idx="22">
                  <c:v>68</c:v>
                </c:pt>
                <c:pt idx="23">
                  <c:v>68</c:v>
                </c:pt>
                <c:pt idx="24">
                  <c:v>68</c:v>
                </c:pt>
                <c:pt idx="25">
                  <c:v>68</c:v>
                </c:pt>
                <c:pt idx="26">
                  <c:v>68</c:v>
                </c:pt>
                <c:pt idx="27">
                  <c:v>68</c:v>
                </c:pt>
                <c:pt idx="28">
                  <c:v>68</c:v>
                </c:pt>
                <c:pt idx="29">
                  <c:v>68</c:v>
                </c:pt>
                <c:pt idx="30">
                  <c:v>68</c:v>
                </c:pt>
                <c:pt idx="31">
                  <c:v>68</c:v>
                </c:pt>
                <c:pt idx="32">
                  <c:v>68</c:v>
                </c:pt>
                <c:pt idx="33">
                  <c:v>68</c:v>
                </c:pt>
                <c:pt idx="34">
                  <c:v>68</c:v>
                </c:pt>
                <c:pt idx="35">
                  <c:v>68</c:v>
                </c:pt>
                <c:pt idx="36">
                  <c:v>68</c:v>
                </c:pt>
                <c:pt idx="37">
                  <c:v>68</c:v>
                </c:pt>
                <c:pt idx="38">
                  <c:v>68</c:v>
                </c:pt>
                <c:pt idx="39">
                  <c:v>68</c:v>
                </c:pt>
                <c:pt idx="40">
                  <c:v>68</c:v>
                </c:pt>
                <c:pt idx="41">
                  <c:v>68</c:v>
                </c:pt>
                <c:pt idx="42">
                  <c:v>68</c:v>
                </c:pt>
                <c:pt idx="43">
                  <c:v>68</c:v>
                </c:pt>
                <c:pt idx="44">
                  <c:v>68</c:v>
                </c:pt>
                <c:pt idx="45">
                  <c:v>68</c:v>
                </c:pt>
                <c:pt idx="46">
                  <c:v>68</c:v>
                </c:pt>
                <c:pt idx="47">
                  <c:v>68</c:v>
                </c:pt>
                <c:pt idx="48">
                  <c:v>68</c:v>
                </c:pt>
                <c:pt idx="49">
                  <c:v>68</c:v>
                </c:pt>
                <c:pt idx="50">
                  <c:v>68</c:v>
                </c:pt>
                <c:pt idx="51">
                  <c:v>68</c:v>
                </c:pt>
                <c:pt idx="52">
                  <c:v>68</c:v>
                </c:pt>
                <c:pt idx="53">
                  <c:v>68</c:v>
                </c:pt>
                <c:pt idx="54">
                  <c:v>68</c:v>
                </c:pt>
                <c:pt idx="55">
                  <c:v>68</c:v>
                </c:pt>
                <c:pt idx="56">
                  <c:v>68</c:v>
                </c:pt>
                <c:pt idx="57">
                  <c:v>68</c:v>
                </c:pt>
                <c:pt idx="58">
                  <c:v>68</c:v>
                </c:pt>
                <c:pt idx="59">
                  <c:v>68</c:v>
                </c:pt>
                <c:pt idx="60">
                  <c:v>68</c:v>
                </c:pt>
                <c:pt idx="61">
                  <c:v>68</c:v>
                </c:pt>
                <c:pt idx="62">
                  <c:v>68</c:v>
                </c:pt>
                <c:pt idx="63">
                  <c:v>68</c:v>
                </c:pt>
                <c:pt idx="64">
                  <c:v>68</c:v>
                </c:pt>
                <c:pt idx="65">
                  <c:v>68</c:v>
                </c:pt>
                <c:pt idx="66">
                  <c:v>68</c:v>
                </c:pt>
                <c:pt idx="67">
                  <c:v>68</c:v>
                </c:pt>
                <c:pt idx="68">
                  <c:v>68</c:v>
                </c:pt>
                <c:pt idx="69">
                  <c:v>68</c:v>
                </c:pt>
                <c:pt idx="70">
                  <c:v>68</c:v>
                </c:pt>
                <c:pt idx="71">
                  <c:v>68</c:v>
                </c:pt>
                <c:pt idx="72">
                  <c:v>68</c:v>
                </c:pt>
                <c:pt idx="73">
                  <c:v>68</c:v>
                </c:pt>
                <c:pt idx="74">
                  <c:v>68</c:v>
                </c:pt>
                <c:pt idx="75">
                  <c:v>68</c:v>
                </c:pt>
                <c:pt idx="76">
                  <c:v>68</c:v>
                </c:pt>
                <c:pt idx="77">
                  <c:v>68</c:v>
                </c:pt>
                <c:pt idx="78">
                  <c:v>68</c:v>
                </c:pt>
                <c:pt idx="79">
                  <c:v>68</c:v>
                </c:pt>
                <c:pt idx="80">
                  <c:v>68</c:v>
                </c:pt>
                <c:pt idx="81">
                  <c:v>68</c:v>
                </c:pt>
                <c:pt idx="82">
                  <c:v>68</c:v>
                </c:pt>
                <c:pt idx="83">
                  <c:v>68</c:v>
                </c:pt>
                <c:pt idx="84">
                  <c:v>68</c:v>
                </c:pt>
                <c:pt idx="85">
                  <c:v>68</c:v>
                </c:pt>
                <c:pt idx="86">
                  <c:v>68</c:v>
                </c:pt>
                <c:pt idx="87">
                  <c:v>68</c:v>
                </c:pt>
                <c:pt idx="88">
                  <c:v>68</c:v>
                </c:pt>
                <c:pt idx="89">
                  <c:v>68</c:v>
                </c:pt>
                <c:pt idx="90">
                  <c:v>68</c:v>
                </c:pt>
                <c:pt idx="91">
                  <c:v>68</c:v>
                </c:pt>
                <c:pt idx="92">
                  <c:v>68</c:v>
                </c:pt>
                <c:pt idx="93">
                  <c:v>68</c:v>
                </c:pt>
                <c:pt idx="94">
                  <c:v>68</c:v>
                </c:pt>
                <c:pt idx="95">
                  <c:v>68</c:v>
                </c:pt>
                <c:pt idx="96">
                  <c:v>68</c:v>
                </c:pt>
                <c:pt idx="97">
                  <c:v>68</c:v>
                </c:pt>
                <c:pt idx="98">
                  <c:v>68</c:v>
                </c:pt>
                <c:pt idx="99">
                  <c:v>68</c:v>
                </c:pt>
                <c:pt idx="100">
                  <c:v>68</c:v>
                </c:pt>
                <c:pt idx="101">
                  <c:v>68</c:v>
                </c:pt>
                <c:pt idx="102">
                  <c:v>68</c:v>
                </c:pt>
                <c:pt idx="103">
                  <c:v>68</c:v>
                </c:pt>
                <c:pt idx="104">
                  <c:v>68</c:v>
                </c:pt>
                <c:pt idx="105">
                  <c:v>68</c:v>
                </c:pt>
                <c:pt idx="106">
                  <c:v>68</c:v>
                </c:pt>
                <c:pt idx="107">
                  <c:v>68</c:v>
                </c:pt>
                <c:pt idx="108">
                  <c:v>68</c:v>
                </c:pt>
                <c:pt idx="109">
                  <c:v>68</c:v>
                </c:pt>
                <c:pt idx="110">
                  <c:v>68</c:v>
                </c:pt>
                <c:pt idx="111">
                  <c:v>68</c:v>
                </c:pt>
                <c:pt idx="112">
                  <c:v>68</c:v>
                </c:pt>
                <c:pt idx="113">
                  <c:v>68</c:v>
                </c:pt>
                <c:pt idx="114">
                  <c:v>68</c:v>
                </c:pt>
                <c:pt idx="115">
                  <c:v>68</c:v>
                </c:pt>
                <c:pt idx="116">
                  <c:v>68</c:v>
                </c:pt>
                <c:pt idx="117">
                  <c:v>68</c:v>
                </c:pt>
                <c:pt idx="118">
                  <c:v>68</c:v>
                </c:pt>
                <c:pt idx="119">
                  <c:v>68</c:v>
                </c:pt>
                <c:pt idx="120">
                  <c:v>68</c:v>
                </c:pt>
                <c:pt idx="121">
                  <c:v>68</c:v>
                </c:pt>
                <c:pt idx="122">
                  <c:v>68</c:v>
                </c:pt>
                <c:pt idx="123">
                  <c:v>68</c:v>
                </c:pt>
                <c:pt idx="124">
                  <c:v>68</c:v>
                </c:pt>
                <c:pt idx="125">
                  <c:v>68</c:v>
                </c:pt>
                <c:pt idx="126">
                  <c:v>68</c:v>
                </c:pt>
                <c:pt idx="127">
                  <c:v>68</c:v>
                </c:pt>
                <c:pt idx="128">
                  <c:v>68</c:v>
                </c:pt>
                <c:pt idx="129">
                  <c:v>68</c:v>
                </c:pt>
                <c:pt idx="130">
                  <c:v>68</c:v>
                </c:pt>
                <c:pt idx="131">
                  <c:v>68</c:v>
                </c:pt>
                <c:pt idx="132">
                  <c:v>68</c:v>
                </c:pt>
                <c:pt idx="133">
                  <c:v>68</c:v>
                </c:pt>
                <c:pt idx="134">
                  <c:v>68</c:v>
                </c:pt>
                <c:pt idx="135">
                  <c:v>68</c:v>
                </c:pt>
                <c:pt idx="136">
                  <c:v>68</c:v>
                </c:pt>
                <c:pt idx="137">
                  <c:v>68</c:v>
                </c:pt>
                <c:pt idx="138">
                  <c:v>68</c:v>
                </c:pt>
                <c:pt idx="139">
                  <c:v>68</c:v>
                </c:pt>
                <c:pt idx="140">
                  <c:v>68</c:v>
                </c:pt>
                <c:pt idx="141">
                  <c:v>68</c:v>
                </c:pt>
                <c:pt idx="142">
                  <c:v>68</c:v>
                </c:pt>
                <c:pt idx="143">
                  <c:v>68</c:v>
                </c:pt>
                <c:pt idx="144">
                  <c:v>68</c:v>
                </c:pt>
                <c:pt idx="145">
                  <c:v>68</c:v>
                </c:pt>
                <c:pt idx="146">
                  <c:v>68</c:v>
                </c:pt>
                <c:pt idx="147">
                  <c:v>68</c:v>
                </c:pt>
                <c:pt idx="148">
                  <c:v>68</c:v>
                </c:pt>
                <c:pt idx="149">
                  <c:v>68</c:v>
                </c:pt>
                <c:pt idx="150">
                  <c:v>68</c:v>
                </c:pt>
                <c:pt idx="151">
                  <c:v>68</c:v>
                </c:pt>
                <c:pt idx="152">
                  <c:v>68</c:v>
                </c:pt>
                <c:pt idx="153">
                  <c:v>68</c:v>
                </c:pt>
                <c:pt idx="154">
                  <c:v>68</c:v>
                </c:pt>
                <c:pt idx="155">
                  <c:v>68</c:v>
                </c:pt>
                <c:pt idx="156">
                  <c:v>68</c:v>
                </c:pt>
                <c:pt idx="157">
                  <c:v>68</c:v>
                </c:pt>
                <c:pt idx="158">
                  <c:v>68</c:v>
                </c:pt>
                <c:pt idx="159">
                  <c:v>68</c:v>
                </c:pt>
                <c:pt idx="160">
                  <c:v>68</c:v>
                </c:pt>
                <c:pt idx="161">
                  <c:v>68</c:v>
                </c:pt>
                <c:pt idx="162">
                  <c:v>68</c:v>
                </c:pt>
                <c:pt idx="163">
                  <c:v>68</c:v>
                </c:pt>
                <c:pt idx="164">
                  <c:v>68</c:v>
                </c:pt>
                <c:pt idx="165">
                  <c:v>68</c:v>
                </c:pt>
                <c:pt idx="166">
                  <c:v>68</c:v>
                </c:pt>
                <c:pt idx="167">
                  <c:v>68</c:v>
                </c:pt>
                <c:pt idx="168">
                  <c:v>68</c:v>
                </c:pt>
                <c:pt idx="169">
                  <c:v>68</c:v>
                </c:pt>
                <c:pt idx="170">
                  <c:v>68</c:v>
                </c:pt>
                <c:pt idx="171">
                  <c:v>68</c:v>
                </c:pt>
                <c:pt idx="172">
                  <c:v>68</c:v>
                </c:pt>
                <c:pt idx="173">
                  <c:v>68</c:v>
                </c:pt>
                <c:pt idx="174">
                  <c:v>68</c:v>
                </c:pt>
                <c:pt idx="175">
                  <c:v>68</c:v>
                </c:pt>
                <c:pt idx="176">
                  <c:v>68</c:v>
                </c:pt>
                <c:pt idx="177">
                  <c:v>68</c:v>
                </c:pt>
                <c:pt idx="178">
                  <c:v>68</c:v>
                </c:pt>
                <c:pt idx="179">
                  <c:v>68</c:v>
                </c:pt>
                <c:pt idx="180">
                  <c:v>68</c:v>
                </c:pt>
                <c:pt idx="181">
                  <c:v>68</c:v>
                </c:pt>
                <c:pt idx="182">
                  <c:v>68</c:v>
                </c:pt>
                <c:pt idx="183">
                  <c:v>68</c:v>
                </c:pt>
                <c:pt idx="184">
                  <c:v>68</c:v>
                </c:pt>
                <c:pt idx="185">
                  <c:v>68</c:v>
                </c:pt>
                <c:pt idx="186">
                  <c:v>68</c:v>
                </c:pt>
                <c:pt idx="187">
                  <c:v>68</c:v>
                </c:pt>
                <c:pt idx="188">
                  <c:v>68</c:v>
                </c:pt>
                <c:pt idx="189">
                  <c:v>68</c:v>
                </c:pt>
                <c:pt idx="190">
                  <c:v>68</c:v>
                </c:pt>
                <c:pt idx="191">
                  <c:v>68</c:v>
                </c:pt>
                <c:pt idx="192">
                  <c:v>68</c:v>
                </c:pt>
                <c:pt idx="193">
                  <c:v>68</c:v>
                </c:pt>
                <c:pt idx="194">
                  <c:v>68</c:v>
                </c:pt>
                <c:pt idx="195">
                  <c:v>68</c:v>
                </c:pt>
                <c:pt idx="196">
                  <c:v>68</c:v>
                </c:pt>
                <c:pt idx="197">
                  <c:v>68</c:v>
                </c:pt>
                <c:pt idx="198">
                  <c:v>68</c:v>
                </c:pt>
                <c:pt idx="199">
                  <c:v>68</c:v>
                </c:pt>
                <c:pt idx="200">
                  <c:v>68</c:v>
                </c:pt>
                <c:pt idx="201">
                  <c:v>68</c:v>
                </c:pt>
                <c:pt idx="202">
                  <c:v>68</c:v>
                </c:pt>
                <c:pt idx="203">
                  <c:v>68</c:v>
                </c:pt>
                <c:pt idx="204">
                  <c:v>68</c:v>
                </c:pt>
                <c:pt idx="205">
                  <c:v>68</c:v>
                </c:pt>
                <c:pt idx="206">
                  <c:v>68</c:v>
                </c:pt>
                <c:pt idx="207">
                  <c:v>68</c:v>
                </c:pt>
                <c:pt idx="208">
                  <c:v>68</c:v>
                </c:pt>
                <c:pt idx="209">
                  <c:v>68</c:v>
                </c:pt>
                <c:pt idx="210">
                  <c:v>68</c:v>
                </c:pt>
                <c:pt idx="211">
                  <c:v>68</c:v>
                </c:pt>
                <c:pt idx="212">
                  <c:v>68</c:v>
                </c:pt>
                <c:pt idx="213">
                  <c:v>68</c:v>
                </c:pt>
                <c:pt idx="214">
                  <c:v>68</c:v>
                </c:pt>
                <c:pt idx="215">
                  <c:v>68</c:v>
                </c:pt>
                <c:pt idx="216">
                  <c:v>68</c:v>
                </c:pt>
                <c:pt idx="217">
                  <c:v>68</c:v>
                </c:pt>
                <c:pt idx="218">
                  <c:v>68</c:v>
                </c:pt>
                <c:pt idx="219">
                  <c:v>68</c:v>
                </c:pt>
                <c:pt idx="220">
                  <c:v>68</c:v>
                </c:pt>
                <c:pt idx="221">
                  <c:v>68</c:v>
                </c:pt>
                <c:pt idx="222">
                  <c:v>68</c:v>
                </c:pt>
                <c:pt idx="223">
                  <c:v>68</c:v>
                </c:pt>
                <c:pt idx="224">
                  <c:v>68</c:v>
                </c:pt>
                <c:pt idx="225">
                  <c:v>68</c:v>
                </c:pt>
                <c:pt idx="226">
                  <c:v>68</c:v>
                </c:pt>
                <c:pt idx="227">
                  <c:v>68</c:v>
                </c:pt>
                <c:pt idx="228">
                  <c:v>68</c:v>
                </c:pt>
                <c:pt idx="229">
                  <c:v>68</c:v>
                </c:pt>
                <c:pt idx="230">
                  <c:v>68</c:v>
                </c:pt>
                <c:pt idx="231">
                  <c:v>68</c:v>
                </c:pt>
                <c:pt idx="232">
                  <c:v>68</c:v>
                </c:pt>
                <c:pt idx="233">
                  <c:v>68</c:v>
                </c:pt>
                <c:pt idx="234">
                  <c:v>68</c:v>
                </c:pt>
                <c:pt idx="235">
                  <c:v>68</c:v>
                </c:pt>
                <c:pt idx="236">
                  <c:v>68</c:v>
                </c:pt>
                <c:pt idx="237">
                  <c:v>68</c:v>
                </c:pt>
                <c:pt idx="238">
                  <c:v>68</c:v>
                </c:pt>
                <c:pt idx="239">
                  <c:v>68</c:v>
                </c:pt>
                <c:pt idx="240">
                  <c:v>68</c:v>
                </c:pt>
                <c:pt idx="241">
                  <c:v>68</c:v>
                </c:pt>
                <c:pt idx="242">
                  <c:v>68</c:v>
                </c:pt>
                <c:pt idx="243">
                  <c:v>68</c:v>
                </c:pt>
                <c:pt idx="244">
                  <c:v>68</c:v>
                </c:pt>
                <c:pt idx="245">
                  <c:v>68</c:v>
                </c:pt>
                <c:pt idx="246">
                  <c:v>68</c:v>
                </c:pt>
                <c:pt idx="247">
                  <c:v>68</c:v>
                </c:pt>
                <c:pt idx="248">
                  <c:v>68</c:v>
                </c:pt>
                <c:pt idx="249">
                  <c:v>68</c:v>
                </c:pt>
                <c:pt idx="250">
                  <c:v>68</c:v>
                </c:pt>
                <c:pt idx="251">
                  <c:v>68</c:v>
                </c:pt>
                <c:pt idx="252">
                  <c:v>68</c:v>
                </c:pt>
                <c:pt idx="253">
                  <c:v>68</c:v>
                </c:pt>
                <c:pt idx="254">
                  <c:v>68</c:v>
                </c:pt>
                <c:pt idx="255">
                  <c:v>68</c:v>
                </c:pt>
                <c:pt idx="256">
                  <c:v>68</c:v>
                </c:pt>
                <c:pt idx="257">
                  <c:v>68</c:v>
                </c:pt>
                <c:pt idx="258">
                  <c:v>68</c:v>
                </c:pt>
                <c:pt idx="259">
                  <c:v>68</c:v>
                </c:pt>
                <c:pt idx="260">
                  <c:v>68</c:v>
                </c:pt>
                <c:pt idx="261">
                  <c:v>68</c:v>
                </c:pt>
                <c:pt idx="262">
                  <c:v>68</c:v>
                </c:pt>
                <c:pt idx="263">
                  <c:v>68</c:v>
                </c:pt>
                <c:pt idx="264">
                  <c:v>68</c:v>
                </c:pt>
                <c:pt idx="265">
                  <c:v>68</c:v>
                </c:pt>
                <c:pt idx="266">
                  <c:v>68</c:v>
                </c:pt>
                <c:pt idx="267">
                  <c:v>68</c:v>
                </c:pt>
                <c:pt idx="268">
                  <c:v>68</c:v>
                </c:pt>
                <c:pt idx="269">
                  <c:v>68</c:v>
                </c:pt>
                <c:pt idx="270">
                  <c:v>68</c:v>
                </c:pt>
                <c:pt idx="271">
                  <c:v>68</c:v>
                </c:pt>
                <c:pt idx="272">
                  <c:v>68</c:v>
                </c:pt>
                <c:pt idx="273">
                  <c:v>68</c:v>
                </c:pt>
                <c:pt idx="274">
                  <c:v>68</c:v>
                </c:pt>
                <c:pt idx="275">
                  <c:v>68</c:v>
                </c:pt>
                <c:pt idx="276">
                  <c:v>68</c:v>
                </c:pt>
                <c:pt idx="277">
                  <c:v>68</c:v>
                </c:pt>
                <c:pt idx="278">
                  <c:v>68</c:v>
                </c:pt>
                <c:pt idx="279">
                  <c:v>68</c:v>
                </c:pt>
                <c:pt idx="280">
                  <c:v>68</c:v>
                </c:pt>
                <c:pt idx="281">
                  <c:v>68</c:v>
                </c:pt>
                <c:pt idx="282">
                  <c:v>68</c:v>
                </c:pt>
                <c:pt idx="283">
                  <c:v>68</c:v>
                </c:pt>
                <c:pt idx="284">
                  <c:v>68</c:v>
                </c:pt>
                <c:pt idx="285">
                  <c:v>68</c:v>
                </c:pt>
                <c:pt idx="286">
                  <c:v>68</c:v>
                </c:pt>
                <c:pt idx="287">
                  <c:v>68</c:v>
                </c:pt>
                <c:pt idx="288">
                  <c:v>68</c:v>
                </c:pt>
                <c:pt idx="289">
                  <c:v>68</c:v>
                </c:pt>
                <c:pt idx="290">
                  <c:v>68</c:v>
                </c:pt>
                <c:pt idx="291">
                  <c:v>68</c:v>
                </c:pt>
                <c:pt idx="292">
                  <c:v>68</c:v>
                </c:pt>
                <c:pt idx="293">
                  <c:v>68</c:v>
                </c:pt>
                <c:pt idx="294">
                  <c:v>68</c:v>
                </c:pt>
                <c:pt idx="295">
                  <c:v>68</c:v>
                </c:pt>
                <c:pt idx="296">
                  <c:v>68</c:v>
                </c:pt>
                <c:pt idx="297">
                  <c:v>68</c:v>
                </c:pt>
                <c:pt idx="298">
                  <c:v>68</c:v>
                </c:pt>
                <c:pt idx="299">
                  <c:v>68</c:v>
                </c:pt>
                <c:pt idx="300">
                  <c:v>68</c:v>
                </c:pt>
                <c:pt idx="301">
                  <c:v>68</c:v>
                </c:pt>
                <c:pt idx="302">
                  <c:v>68</c:v>
                </c:pt>
                <c:pt idx="303">
                  <c:v>68</c:v>
                </c:pt>
                <c:pt idx="304">
                  <c:v>68</c:v>
                </c:pt>
                <c:pt idx="305">
                  <c:v>68</c:v>
                </c:pt>
                <c:pt idx="306">
                  <c:v>68</c:v>
                </c:pt>
                <c:pt idx="307">
                  <c:v>68</c:v>
                </c:pt>
                <c:pt idx="308">
                  <c:v>68</c:v>
                </c:pt>
                <c:pt idx="309">
                  <c:v>68</c:v>
                </c:pt>
                <c:pt idx="310">
                  <c:v>68</c:v>
                </c:pt>
                <c:pt idx="311">
                  <c:v>68</c:v>
                </c:pt>
                <c:pt idx="312">
                  <c:v>68</c:v>
                </c:pt>
                <c:pt idx="313">
                  <c:v>68</c:v>
                </c:pt>
                <c:pt idx="314">
                  <c:v>68</c:v>
                </c:pt>
                <c:pt idx="315">
                  <c:v>68</c:v>
                </c:pt>
                <c:pt idx="316">
                  <c:v>68</c:v>
                </c:pt>
                <c:pt idx="317">
                  <c:v>68</c:v>
                </c:pt>
                <c:pt idx="318">
                  <c:v>68</c:v>
                </c:pt>
                <c:pt idx="319">
                  <c:v>68</c:v>
                </c:pt>
                <c:pt idx="320">
                  <c:v>68</c:v>
                </c:pt>
                <c:pt idx="321">
                  <c:v>68</c:v>
                </c:pt>
                <c:pt idx="322">
                  <c:v>68</c:v>
                </c:pt>
                <c:pt idx="323">
                  <c:v>68</c:v>
                </c:pt>
                <c:pt idx="324">
                  <c:v>68</c:v>
                </c:pt>
                <c:pt idx="325">
                  <c:v>68</c:v>
                </c:pt>
                <c:pt idx="326">
                  <c:v>68</c:v>
                </c:pt>
                <c:pt idx="327">
                  <c:v>68</c:v>
                </c:pt>
                <c:pt idx="328">
                  <c:v>68</c:v>
                </c:pt>
                <c:pt idx="329">
                  <c:v>68</c:v>
                </c:pt>
                <c:pt idx="330">
                  <c:v>68</c:v>
                </c:pt>
                <c:pt idx="331">
                  <c:v>68</c:v>
                </c:pt>
                <c:pt idx="332">
                  <c:v>68</c:v>
                </c:pt>
                <c:pt idx="333">
                  <c:v>68</c:v>
                </c:pt>
                <c:pt idx="334">
                  <c:v>68</c:v>
                </c:pt>
                <c:pt idx="335">
                  <c:v>68</c:v>
                </c:pt>
                <c:pt idx="336">
                  <c:v>68</c:v>
                </c:pt>
                <c:pt idx="337">
                  <c:v>68</c:v>
                </c:pt>
                <c:pt idx="338">
                  <c:v>68</c:v>
                </c:pt>
                <c:pt idx="339">
                  <c:v>68</c:v>
                </c:pt>
                <c:pt idx="340">
                  <c:v>68</c:v>
                </c:pt>
                <c:pt idx="341">
                  <c:v>68</c:v>
                </c:pt>
                <c:pt idx="342">
                  <c:v>68</c:v>
                </c:pt>
                <c:pt idx="343">
                  <c:v>68</c:v>
                </c:pt>
                <c:pt idx="344">
                  <c:v>68</c:v>
                </c:pt>
                <c:pt idx="345">
                  <c:v>68</c:v>
                </c:pt>
                <c:pt idx="346">
                  <c:v>68</c:v>
                </c:pt>
                <c:pt idx="347">
                  <c:v>68</c:v>
                </c:pt>
                <c:pt idx="348">
                  <c:v>68</c:v>
                </c:pt>
                <c:pt idx="349">
                  <c:v>68</c:v>
                </c:pt>
                <c:pt idx="350">
                  <c:v>68</c:v>
                </c:pt>
                <c:pt idx="351">
                  <c:v>68</c:v>
                </c:pt>
                <c:pt idx="352">
                  <c:v>68</c:v>
                </c:pt>
                <c:pt idx="353">
                  <c:v>68</c:v>
                </c:pt>
                <c:pt idx="354">
                  <c:v>68</c:v>
                </c:pt>
                <c:pt idx="355">
                  <c:v>68</c:v>
                </c:pt>
                <c:pt idx="356">
                  <c:v>68</c:v>
                </c:pt>
                <c:pt idx="357">
                  <c:v>68</c:v>
                </c:pt>
                <c:pt idx="358">
                  <c:v>68</c:v>
                </c:pt>
                <c:pt idx="359">
                  <c:v>68</c:v>
                </c:pt>
                <c:pt idx="360">
                  <c:v>68</c:v>
                </c:pt>
                <c:pt idx="361">
                  <c:v>68</c:v>
                </c:pt>
                <c:pt idx="362">
                  <c:v>68</c:v>
                </c:pt>
                <c:pt idx="363">
                  <c:v>68</c:v>
                </c:pt>
                <c:pt idx="364">
                  <c:v>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58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average temp_per_drive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Sheet1!$A$2:$A$366</c:f>
              <c:multiLvlStrCache>
                <c:ptCount val="365"/>
                <c:lvl>
                  <c:pt idx="0">
                    <c:v>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Feb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Mar</c:v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>Apr</c:v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>May</c:v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>Jun</c:v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>Jul</c:v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>Aug</c:v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>Sep</c:v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>Oct</c:v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>Nov</c:v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>Dec</c:v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</c:lvl>
              </c:multiLvlStrCache>
            </c:multiLvlStrRef>
          </c:cat>
          <c:val>
            <c:numRef>
              <c:f>Sheet1!$B$2:$B$366</c:f>
              <c:numCache>
                <c:formatCode>General</c:formatCode>
                <c:ptCount val="365"/>
                <c:pt idx="0">
                  <c:v>0.8367</c:v>
                </c:pt>
                <c:pt idx="1">
                  <c:v>0.8365</c:v>
                </c:pt>
                <c:pt idx="2">
                  <c:v>0.831</c:v>
                </c:pt>
                <c:pt idx="3">
                  <c:v>0.8352</c:v>
                </c:pt>
                <c:pt idx="4">
                  <c:v>0.8362</c:v>
                </c:pt>
                <c:pt idx="5">
                  <c:v>0.835</c:v>
                </c:pt>
                <c:pt idx="6">
                  <c:v>0.8336</c:v>
                </c:pt>
                <c:pt idx="7">
                  <c:v>0.831</c:v>
                </c:pt>
                <c:pt idx="8">
                  <c:v>0.8302</c:v>
                </c:pt>
                <c:pt idx="9">
                  <c:v>0.8302</c:v>
                </c:pt>
                <c:pt idx="10">
                  <c:v>0.8286</c:v>
                </c:pt>
                <c:pt idx="11">
                  <c:v>0.8286</c:v>
                </c:pt>
                <c:pt idx="12">
                  <c:v>0.8284</c:v>
                </c:pt>
                <c:pt idx="13">
                  <c:v>0.8223</c:v>
                </c:pt>
                <c:pt idx="14">
                  <c:v>0.8263</c:v>
                </c:pt>
                <c:pt idx="15">
                  <c:v>0.8256</c:v>
                </c:pt>
                <c:pt idx="16">
                  <c:v>0.8243</c:v>
                </c:pt>
                <c:pt idx="17">
                  <c:v>0.8226</c:v>
                </c:pt>
                <c:pt idx="18">
                  <c:v>0.8251</c:v>
                </c:pt>
                <c:pt idx="19">
                  <c:v>0.8236</c:v>
                </c:pt>
                <c:pt idx="20">
                  <c:v>0.8254</c:v>
                </c:pt>
                <c:pt idx="21">
                  <c:v>0.8213</c:v>
                </c:pt>
                <c:pt idx="22">
                  <c:v>0.8216</c:v>
                </c:pt>
                <c:pt idx="23">
                  <c:v>0.8199</c:v>
                </c:pt>
                <c:pt idx="24">
                  <c:v>0.8193</c:v>
                </c:pt>
                <c:pt idx="25">
                  <c:v>0.8203</c:v>
                </c:pt>
                <c:pt idx="26">
                  <c:v>0.8194</c:v>
                </c:pt>
                <c:pt idx="27">
                  <c:v>0.819</c:v>
                </c:pt>
                <c:pt idx="28">
                  <c:v>0.8132</c:v>
                </c:pt>
                <c:pt idx="29">
                  <c:v>0.8161</c:v>
                </c:pt>
                <c:pt idx="30">
                  <c:v>0.8163</c:v>
                </c:pt>
                <c:pt idx="31">
                  <c:v>0.8182</c:v>
                </c:pt>
                <c:pt idx="32">
                  <c:v>0.8178</c:v>
                </c:pt>
                <c:pt idx="33">
                  <c:v>0.8161</c:v>
                </c:pt>
                <c:pt idx="34">
                  <c:v>0.8149</c:v>
                </c:pt>
                <c:pt idx="35">
                  <c:v>0.8136</c:v>
                </c:pt>
                <c:pt idx="36">
                  <c:v>0.8123</c:v>
                </c:pt>
                <c:pt idx="37">
                  <c:v>0.8131</c:v>
                </c:pt>
                <c:pt idx="38">
                  <c:v>0.8123</c:v>
                </c:pt>
                <c:pt idx="39">
                  <c:v>0.8112</c:v>
                </c:pt>
                <c:pt idx="40">
                  <c:v>0.8122</c:v>
                </c:pt>
                <c:pt idx="41">
                  <c:v>0.8135</c:v>
                </c:pt>
                <c:pt idx="42">
                  <c:v>0.8135</c:v>
                </c:pt>
                <c:pt idx="43">
                  <c:v>0.8088</c:v>
                </c:pt>
                <c:pt idx="44">
                  <c:v>0.8117</c:v>
                </c:pt>
                <c:pt idx="45">
                  <c:v>0.8089</c:v>
                </c:pt>
                <c:pt idx="46">
                  <c:v>0.8116</c:v>
                </c:pt>
                <c:pt idx="47">
                  <c:v>0.8122</c:v>
                </c:pt>
                <c:pt idx="48">
                  <c:v>0.8077</c:v>
                </c:pt>
                <c:pt idx="49">
                  <c:v>0.8108</c:v>
                </c:pt>
                <c:pt idx="50">
                  <c:v>0.8099</c:v>
                </c:pt>
                <c:pt idx="51">
                  <c:v>0.809</c:v>
                </c:pt>
                <c:pt idx="52">
                  <c:v>0.8101</c:v>
                </c:pt>
                <c:pt idx="53">
                  <c:v>0.8076</c:v>
                </c:pt>
                <c:pt idx="54">
                  <c:v>0.8114</c:v>
                </c:pt>
                <c:pt idx="55">
                  <c:v>0.8102</c:v>
                </c:pt>
                <c:pt idx="56">
                  <c:v>0.8094</c:v>
                </c:pt>
                <c:pt idx="57">
                  <c:v>0.8076</c:v>
                </c:pt>
                <c:pt idx="58">
                  <c:v>0.8072</c:v>
                </c:pt>
                <c:pt idx="59">
                  <c:v>0.8107</c:v>
                </c:pt>
                <c:pt idx="60">
                  <c:v>0.8074</c:v>
                </c:pt>
                <c:pt idx="61">
                  <c:v>0.8102</c:v>
                </c:pt>
                <c:pt idx="62">
                  <c:v>0.8071</c:v>
                </c:pt>
                <c:pt idx="63">
                  <c:v>0.8089</c:v>
                </c:pt>
                <c:pt idx="64">
                  <c:v>0.8084</c:v>
                </c:pt>
                <c:pt idx="65">
                  <c:v>0.8085</c:v>
                </c:pt>
                <c:pt idx="66">
                  <c:v>0.8094</c:v>
                </c:pt>
                <c:pt idx="67">
                  <c:v>0.8075</c:v>
                </c:pt>
                <c:pt idx="68">
                  <c:v>0.8072</c:v>
                </c:pt>
                <c:pt idx="69">
                  <c:v>0.8053</c:v>
                </c:pt>
                <c:pt idx="70">
                  <c:v>0.8058</c:v>
                </c:pt>
                <c:pt idx="71">
                  <c:v>0.8077</c:v>
                </c:pt>
                <c:pt idx="72">
                  <c:v>0.807</c:v>
                </c:pt>
                <c:pt idx="73">
                  <c:v>0.8092</c:v>
                </c:pt>
                <c:pt idx="74">
                  <c:v>0.8064</c:v>
                </c:pt>
                <c:pt idx="75">
                  <c:v>0.8079</c:v>
                </c:pt>
                <c:pt idx="76">
                  <c:v>0.8084</c:v>
                </c:pt>
                <c:pt idx="77">
                  <c:v>0.8054</c:v>
                </c:pt>
                <c:pt idx="78">
                  <c:v>0.8084</c:v>
                </c:pt>
                <c:pt idx="79">
                  <c:v>0.806</c:v>
                </c:pt>
                <c:pt idx="80">
                  <c:v>0.8079</c:v>
                </c:pt>
                <c:pt idx="81">
                  <c:v>0.8081</c:v>
                </c:pt>
                <c:pt idx="82">
                  <c:v>0.8054</c:v>
                </c:pt>
                <c:pt idx="83">
                  <c:v>0.8076</c:v>
                </c:pt>
                <c:pt idx="84">
                  <c:v>0.8075</c:v>
                </c:pt>
                <c:pt idx="85">
                  <c:v>0.8099</c:v>
                </c:pt>
                <c:pt idx="86">
                  <c:v>0.8043</c:v>
                </c:pt>
                <c:pt idx="87">
                  <c:v>0.8081</c:v>
                </c:pt>
                <c:pt idx="88">
                  <c:v>0.8068</c:v>
                </c:pt>
                <c:pt idx="89">
                  <c:v>0.8064</c:v>
                </c:pt>
                <c:pt idx="90">
                  <c:v>0.8072</c:v>
                </c:pt>
                <c:pt idx="91">
                  <c:v>0.807</c:v>
                </c:pt>
                <c:pt idx="92">
                  <c:v>0.8092</c:v>
                </c:pt>
                <c:pt idx="93">
                  <c:v>0.806</c:v>
                </c:pt>
                <c:pt idx="94">
                  <c:v>0.8065</c:v>
                </c:pt>
                <c:pt idx="95">
                  <c:v>0.8097</c:v>
                </c:pt>
                <c:pt idx="96">
                  <c:v>0.8079</c:v>
                </c:pt>
                <c:pt idx="97">
                  <c:v>0.8089</c:v>
                </c:pt>
                <c:pt idx="98">
                  <c:v>0.8104</c:v>
                </c:pt>
                <c:pt idx="99">
                  <c:v>0.8088</c:v>
                </c:pt>
                <c:pt idx="100">
                  <c:v>0.8115</c:v>
                </c:pt>
                <c:pt idx="101">
                  <c:v>0.8118</c:v>
                </c:pt>
                <c:pt idx="102">
                  <c:v>0.8097</c:v>
                </c:pt>
                <c:pt idx="103">
                  <c:v>0.8071</c:v>
                </c:pt>
                <c:pt idx="104">
                  <c:v>0.8066</c:v>
                </c:pt>
                <c:pt idx="105">
                  <c:v>0.8082</c:v>
                </c:pt>
                <c:pt idx="106">
                  <c:v>0.8105</c:v>
                </c:pt>
                <c:pt idx="107">
                  <c:v>0.8101</c:v>
                </c:pt>
                <c:pt idx="108">
                  <c:v>0.812</c:v>
                </c:pt>
                <c:pt idx="109">
                  <c:v>0.811</c:v>
                </c:pt>
                <c:pt idx="110">
                  <c:v>0.8116</c:v>
                </c:pt>
                <c:pt idx="111">
                  <c:v>0.8087</c:v>
                </c:pt>
                <c:pt idx="112">
                  <c:v>0.8122</c:v>
                </c:pt>
                <c:pt idx="113">
                  <c:v>0.8089</c:v>
                </c:pt>
                <c:pt idx="114">
                  <c:v>0.8095</c:v>
                </c:pt>
                <c:pt idx="115">
                  <c:v>0.8116</c:v>
                </c:pt>
                <c:pt idx="116">
                  <c:v>0.8138</c:v>
                </c:pt>
                <c:pt idx="117">
                  <c:v>0.8123</c:v>
                </c:pt>
                <c:pt idx="118">
                  <c:v>0.8095</c:v>
                </c:pt>
                <c:pt idx="119">
                  <c:v>0.8114</c:v>
                </c:pt>
                <c:pt idx="120">
                  <c:v>0.8134</c:v>
                </c:pt>
                <c:pt idx="121">
                  <c:v>0.8136</c:v>
                </c:pt>
                <c:pt idx="122">
                  <c:v>0.8154</c:v>
                </c:pt>
                <c:pt idx="123">
                  <c:v>0.8138</c:v>
                </c:pt>
                <c:pt idx="124">
                  <c:v>0.813</c:v>
                </c:pt>
                <c:pt idx="125">
                  <c:v>0.8168</c:v>
                </c:pt>
                <c:pt idx="126">
                  <c:v>0.8162</c:v>
                </c:pt>
                <c:pt idx="127">
                  <c:v>0.816</c:v>
                </c:pt>
                <c:pt idx="128">
                  <c:v>0.8143</c:v>
                </c:pt>
                <c:pt idx="129">
                  <c:v>0.8151</c:v>
                </c:pt>
                <c:pt idx="130">
                  <c:v>0.8184</c:v>
                </c:pt>
                <c:pt idx="131">
                  <c:v>0.8175</c:v>
                </c:pt>
                <c:pt idx="132">
                  <c:v>0.8152</c:v>
                </c:pt>
                <c:pt idx="133">
                  <c:v>0.8163</c:v>
                </c:pt>
                <c:pt idx="134">
                  <c:v>0.8162</c:v>
                </c:pt>
                <c:pt idx="135">
                  <c:v>0.8172</c:v>
                </c:pt>
                <c:pt idx="136">
                  <c:v>0.817</c:v>
                </c:pt>
                <c:pt idx="137">
                  <c:v>0.8157</c:v>
                </c:pt>
                <c:pt idx="138">
                  <c:v>0.8166</c:v>
                </c:pt>
                <c:pt idx="139">
                  <c:v>0.8181</c:v>
                </c:pt>
                <c:pt idx="140">
                  <c:v>0.8182</c:v>
                </c:pt>
                <c:pt idx="141">
                  <c:v>0.8179</c:v>
                </c:pt>
                <c:pt idx="142">
                  <c:v>0.8211</c:v>
                </c:pt>
                <c:pt idx="143">
                  <c:v>0.82</c:v>
                </c:pt>
                <c:pt idx="144">
                  <c:v>0.8207</c:v>
                </c:pt>
                <c:pt idx="145">
                  <c:v>0.8176</c:v>
                </c:pt>
                <c:pt idx="146">
                  <c:v>0.8196</c:v>
                </c:pt>
                <c:pt idx="147">
                  <c:v>0.8192</c:v>
                </c:pt>
                <c:pt idx="148">
                  <c:v>0.8216</c:v>
                </c:pt>
                <c:pt idx="149">
                  <c:v>0.8211</c:v>
                </c:pt>
                <c:pt idx="150">
                  <c:v>0.8179</c:v>
                </c:pt>
                <c:pt idx="151">
                  <c:v>0.8221</c:v>
                </c:pt>
                <c:pt idx="152">
                  <c:v>0.8221</c:v>
                </c:pt>
                <c:pt idx="153">
                  <c:v>0.8216</c:v>
                </c:pt>
                <c:pt idx="154">
                  <c:v>0.8221</c:v>
                </c:pt>
                <c:pt idx="155">
                  <c:v>0.8243</c:v>
                </c:pt>
                <c:pt idx="156">
                  <c:v>0.8227</c:v>
                </c:pt>
                <c:pt idx="157">
                  <c:v>0.8235</c:v>
                </c:pt>
                <c:pt idx="158">
                  <c:v>0.8239</c:v>
                </c:pt>
                <c:pt idx="159">
                  <c:v>0.824</c:v>
                </c:pt>
                <c:pt idx="160">
                  <c:v>0.8252</c:v>
                </c:pt>
                <c:pt idx="161">
                  <c:v>0.8233</c:v>
                </c:pt>
                <c:pt idx="162">
                  <c:v>0.8233</c:v>
                </c:pt>
                <c:pt idx="163">
                  <c:v>0.8272</c:v>
                </c:pt>
                <c:pt idx="164">
                  <c:v>0.8258</c:v>
                </c:pt>
                <c:pt idx="165">
                  <c:v>0.8294</c:v>
                </c:pt>
                <c:pt idx="166">
                  <c:v>0.8257</c:v>
                </c:pt>
                <c:pt idx="167">
                  <c:v>0.8248</c:v>
                </c:pt>
                <c:pt idx="168">
                  <c:v>0.8274</c:v>
                </c:pt>
                <c:pt idx="169">
                  <c:v>0.8251</c:v>
                </c:pt>
                <c:pt idx="170">
                  <c:v>0.8268</c:v>
                </c:pt>
                <c:pt idx="171">
                  <c:v>0.8262</c:v>
                </c:pt>
                <c:pt idx="172">
                  <c:v>0.8314</c:v>
                </c:pt>
                <c:pt idx="173">
                  <c:v>0.8288</c:v>
                </c:pt>
                <c:pt idx="174">
                  <c:v>0.8279</c:v>
                </c:pt>
                <c:pt idx="175">
                  <c:v>0.8295</c:v>
                </c:pt>
                <c:pt idx="176">
                  <c:v>0.8276</c:v>
                </c:pt>
                <c:pt idx="177">
                  <c:v>0.8304</c:v>
                </c:pt>
                <c:pt idx="178">
                  <c:v>0.8292</c:v>
                </c:pt>
                <c:pt idx="179">
                  <c:v>0.8313</c:v>
                </c:pt>
                <c:pt idx="180">
                  <c:v>0.8322</c:v>
                </c:pt>
                <c:pt idx="181">
                  <c:v>0.8308</c:v>
                </c:pt>
                <c:pt idx="182">
                  <c:v>0.8312</c:v>
                </c:pt>
                <c:pt idx="183">
                  <c:v>0.8327</c:v>
                </c:pt>
                <c:pt idx="184">
                  <c:v>0.83</c:v>
                </c:pt>
                <c:pt idx="185">
                  <c:v>0.8299</c:v>
                </c:pt>
                <c:pt idx="186">
                  <c:v>0.8317</c:v>
                </c:pt>
                <c:pt idx="187">
                  <c:v>0.8289</c:v>
                </c:pt>
                <c:pt idx="188">
                  <c:v>0.8302</c:v>
                </c:pt>
                <c:pt idx="189">
                  <c:v>0.8301</c:v>
                </c:pt>
                <c:pt idx="190">
                  <c:v>0.8306</c:v>
                </c:pt>
                <c:pt idx="191">
                  <c:v>0.8345</c:v>
                </c:pt>
                <c:pt idx="192">
                  <c:v>0.8341</c:v>
                </c:pt>
                <c:pt idx="193">
                  <c:v>0.8336</c:v>
                </c:pt>
                <c:pt idx="194">
                  <c:v>0.8318</c:v>
                </c:pt>
                <c:pt idx="195">
                  <c:v>0.8337</c:v>
                </c:pt>
                <c:pt idx="196">
                  <c:v>0.8309</c:v>
                </c:pt>
                <c:pt idx="197">
                  <c:v>0.8343</c:v>
                </c:pt>
                <c:pt idx="198">
                  <c:v>0.8341</c:v>
                </c:pt>
                <c:pt idx="199">
                  <c:v>0.8341</c:v>
                </c:pt>
                <c:pt idx="200">
                  <c:v>0.8303</c:v>
                </c:pt>
                <c:pt idx="201">
                  <c:v>0.8303</c:v>
                </c:pt>
                <c:pt idx="202">
                  <c:v>0.832</c:v>
                </c:pt>
                <c:pt idx="203">
                  <c:v>0.8365</c:v>
                </c:pt>
                <c:pt idx="204">
                  <c:v>0.8351</c:v>
                </c:pt>
                <c:pt idx="205">
                  <c:v>0.8339</c:v>
                </c:pt>
                <c:pt idx="206">
                  <c:v>0.8352</c:v>
                </c:pt>
                <c:pt idx="207">
                  <c:v>0.8335</c:v>
                </c:pt>
                <c:pt idx="208">
                  <c:v>0.8314</c:v>
                </c:pt>
                <c:pt idx="209">
                  <c:v>0.833</c:v>
                </c:pt>
                <c:pt idx="210">
                  <c:v>0.8331</c:v>
                </c:pt>
                <c:pt idx="211">
                  <c:v>0.8344</c:v>
                </c:pt>
                <c:pt idx="212">
                  <c:v>0.8346</c:v>
                </c:pt>
                <c:pt idx="213">
                  <c:v>0.8335</c:v>
                </c:pt>
                <c:pt idx="214">
                  <c:v>0.8376</c:v>
                </c:pt>
                <c:pt idx="215">
                  <c:v>0.8329</c:v>
                </c:pt>
                <c:pt idx="216">
                  <c:v>0.8345</c:v>
                </c:pt>
                <c:pt idx="217">
                  <c:v>0.834</c:v>
                </c:pt>
                <c:pt idx="218">
                  <c:v>0.8345</c:v>
                </c:pt>
                <c:pt idx="219">
                  <c:v>0.8346</c:v>
                </c:pt>
                <c:pt idx="220">
                  <c:v>0.8342</c:v>
                </c:pt>
                <c:pt idx="221">
                  <c:v>0.8356</c:v>
                </c:pt>
                <c:pt idx="222">
                  <c:v>0.835</c:v>
                </c:pt>
                <c:pt idx="223">
                  <c:v>0.8355</c:v>
                </c:pt>
                <c:pt idx="224">
                  <c:v>0.8363</c:v>
                </c:pt>
                <c:pt idx="225">
                  <c:v>0.8338</c:v>
                </c:pt>
                <c:pt idx="226">
                  <c:v>0.8348</c:v>
                </c:pt>
                <c:pt idx="227">
                  <c:v>0.8376</c:v>
                </c:pt>
                <c:pt idx="228">
                  <c:v>0.8372</c:v>
                </c:pt>
                <c:pt idx="229">
                  <c:v>0.833</c:v>
                </c:pt>
                <c:pt idx="230">
                  <c:v>0.8345</c:v>
                </c:pt>
                <c:pt idx="231">
                  <c:v>0.8373</c:v>
                </c:pt>
                <c:pt idx="232">
                  <c:v>0.8361</c:v>
                </c:pt>
                <c:pt idx="233">
                  <c:v>0.8362</c:v>
                </c:pt>
                <c:pt idx="234">
                  <c:v>0.8362</c:v>
                </c:pt>
                <c:pt idx="235">
                  <c:v>0.8353</c:v>
                </c:pt>
                <c:pt idx="236">
                  <c:v>0.8357</c:v>
                </c:pt>
                <c:pt idx="237">
                  <c:v>0.8373</c:v>
                </c:pt>
                <c:pt idx="238">
                  <c:v>0.8351</c:v>
                </c:pt>
                <c:pt idx="239">
                  <c:v>0.8365</c:v>
                </c:pt>
                <c:pt idx="240">
                  <c:v>0.8354</c:v>
                </c:pt>
                <c:pt idx="241">
                  <c:v>0.8329</c:v>
                </c:pt>
                <c:pt idx="242">
                  <c:v>0.8321</c:v>
                </c:pt>
                <c:pt idx="243">
                  <c:v>0.8366</c:v>
                </c:pt>
                <c:pt idx="244">
                  <c:v>0.8322</c:v>
                </c:pt>
                <c:pt idx="245">
                  <c:v>0.8722</c:v>
                </c:pt>
                <c:pt idx="246">
                  <c:v>0.8705</c:v>
                </c:pt>
                <c:pt idx="247">
                  <c:v>0.8722</c:v>
                </c:pt>
                <c:pt idx="248">
                  <c:v>0.8713</c:v>
                </c:pt>
                <c:pt idx="249">
                  <c:v>0.8701</c:v>
                </c:pt>
                <c:pt idx="250">
                  <c:v>0.8729</c:v>
                </c:pt>
                <c:pt idx="251">
                  <c:v>0.8706</c:v>
                </c:pt>
                <c:pt idx="252">
                  <c:v>0.8742</c:v>
                </c:pt>
                <c:pt idx="253">
                  <c:v>0.8695</c:v>
                </c:pt>
                <c:pt idx="254">
                  <c:v>0.8694</c:v>
                </c:pt>
                <c:pt idx="255">
                  <c:v>0.8733</c:v>
                </c:pt>
                <c:pt idx="256">
                  <c:v>0.8668</c:v>
                </c:pt>
                <c:pt idx="257">
                  <c:v>0.8698</c:v>
                </c:pt>
                <c:pt idx="258">
                  <c:v>0.87</c:v>
                </c:pt>
                <c:pt idx="259">
                  <c:v>0.8746</c:v>
                </c:pt>
                <c:pt idx="260">
                  <c:v>0.8705</c:v>
                </c:pt>
                <c:pt idx="261">
                  <c:v>0.8696</c:v>
                </c:pt>
                <c:pt idx="262">
                  <c:v>0.8681</c:v>
                </c:pt>
                <c:pt idx="263">
                  <c:v>0.8689</c:v>
                </c:pt>
                <c:pt idx="264">
                  <c:v>0.8688</c:v>
                </c:pt>
                <c:pt idx="265">
                  <c:v>0.8697</c:v>
                </c:pt>
                <c:pt idx="266">
                  <c:v>0.8722</c:v>
                </c:pt>
                <c:pt idx="267">
                  <c:v>0.8687</c:v>
                </c:pt>
                <c:pt idx="268">
                  <c:v>0.869</c:v>
                </c:pt>
                <c:pt idx="269">
                  <c:v>0.8705</c:v>
                </c:pt>
                <c:pt idx="270">
                  <c:v>0.8688</c:v>
                </c:pt>
                <c:pt idx="271">
                  <c:v>0.8666</c:v>
                </c:pt>
                <c:pt idx="272">
                  <c:v>0.8673</c:v>
                </c:pt>
                <c:pt idx="273">
                  <c:v>0.8264</c:v>
                </c:pt>
                <c:pt idx="274">
                  <c:v>0.8269</c:v>
                </c:pt>
                <c:pt idx="275">
                  <c:v>0.8273</c:v>
                </c:pt>
                <c:pt idx="276">
                  <c:v>0.8274</c:v>
                </c:pt>
                <c:pt idx="277">
                  <c:v>0.8285</c:v>
                </c:pt>
                <c:pt idx="278">
                  <c:v>0.8292</c:v>
                </c:pt>
                <c:pt idx="279">
                  <c:v>0.8277</c:v>
                </c:pt>
                <c:pt idx="280">
                  <c:v>0.827</c:v>
                </c:pt>
                <c:pt idx="281">
                  <c:v>0.8266</c:v>
                </c:pt>
                <c:pt idx="282">
                  <c:v>0.8248</c:v>
                </c:pt>
                <c:pt idx="283">
                  <c:v>0.8263</c:v>
                </c:pt>
                <c:pt idx="284">
                  <c:v>0.8258</c:v>
                </c:pt>
                <c:pt idx="285">
                  <c:v>0.8264</c:v>
                </c:pt>
                <c:pt idx="286">
                  <c:v>0.8198</c:v>
                </c:pt>
                <c:pt idx="287">
                  <c:v>0.8238</c:v>
                </c:pt>
                <c:pt idx="288">
                  <c:v>0.8243</c:v>
                </c:pt>
                <c:pt idx="289">
                  <c:v>0.8259</c:v>
                </c:pt>
                <c:pt idx="290">
                  <c:v>0.8255</c:v>
                </c:pt>
                <c:pt idx="291">
                  <c:v>0.8234</c:v>
                </c:pt>
                <c:pt idx="292">
                  <c:v>0.8232</c:v>
                </c:pt>
                <c:pt idx="293">
                  <c:v>0.8208</c:v>
                </c:pt>
                <c:pt idx="294">
                  <c:v>0.8209</c:v>
                </c:pt>
                <c:pt idx="295">
                  <c:v>0.822</c:v>
                </c:pt>
                <c:pt idx="296">
                  <c:v>0.8207</c:v>
                </c:pt>
                <c:pt idx="297">
                  <c:v>0.821</c:v>
                </c:pt>
                <c:pt idx="298">
                  <c:v>0.8209</c:v>
                </c:pt>
                <c:pt idx="299">
                  <c:v>0.8231</c:v>
                </c:pt>
                <c:pt idx="300">
                  <c:v>0.8206</c:v>
                </c:pt>
                <c:pt idx="301">
                  <c:v>0.8189</c:v>
                </c:pt>
                <c:pt idx="302">
                  <c:v>0.819</c:v>
                </c:pt>
                <c:pt idx="303">
                  <c:v>0.8186</c:v>
                </c:pt>
                <c:pt idx="304">
                  <c:v>0.8202</c:v>
                </c:pt>
                <c:pt idx="305">
                  <c:v>0.8187</c:v>
                </c:pt>
                <c:pt idx="306">
                  <c:v>0.8181</c:v>
                </c:pt>
                <c:pt idx="307">
                  <c:v>0.8188</c:v>
                </c:pt>
                <c:pt idx="308">
                  <c:v>0.8176</c:v>
                </c:pt>
                <c:pt idx="309">
                  <c:v>0.8194</c:v>
                </c:pt>
                <c:pt idx="310">
                  <c:v>0.8176</c:v>
                </c:pt>
                <c:pt idx="311">
                  <c:v>0.8156</c:v>
                </c:pt>
                <c:pt idx="312">
                  <c:v>0.8193</c:v>
                </c:pt>
                <c:pt idx="313">
                  <c:v>0.8187</c:v>
                </c:pt>
                <c:pt idx="314">
                  <c:v>0.8147</c:v>
                </c:pt>
                <c:pt idx="315">
                  <c:v>0.8144</c:v>
                </c:pt>
                <c:pt idx="316">
                  <c:v>0.8184</c:v>
                </c:pt>
                <c:pt idx="317">
                  <c:v>0.8167</c:v>
                </c:pt>
                <c:pt idx="318">
                  <c:v>0.8146</c:v>
                </c:pt>
                <c:pt idx="319">
                  <c:v>0.8168</c:v>
                </c:pt>
                <c:pt idx="320">
                  <c:v>0.8135</c:v>
                </c:pt>
                <c:pt idx="321">
                  <c:v>0.815</c:v>
                </c:pt>
                <c:pt idx="322">
                  <c:v>0.8127</c:v>
                </c:pt>
                <c:pt idx="323">
                  <c:v>0.8136</c:v>
                </c:pt>
                <c:pt idx="324">
                  <c:v>0.8125</c:v>
                </c:pt>
                <c:pt idx="325">
                  <c:v>0.8123</c:v>
                </c:pt>
                <c:pt idx="326">
                  <c:v>0.8127</c:v>
                </c:pt>
                <c:pt idx="327">
                  <c:v>0.8149</c:v>
                </c:pt>
                <c:pt idx="328">
                  <c:v>0.8115</c:v>
                </c:pt>
                <c:pt idx="329">
                  <c:v>0.8118</c:v>
                </c:pt>
                <c:pt idx="330">
                  <c:v>0.8114</c:v>
                </c:pt>
                <c:pt idx="331">
                  <c:v>0.8089</c:v>
                </c:pt>
                <c:pt idx="332">
                  <c:v>0.8081</c:v>
                </c:pt>
                <c:pt idx="333">
                  <c:v>0.8092</c:v>
                </c:pt>
                <c:pt idx="334">
                  <c:v>0.8088</c:v>
                </c:pt>
                <c:pt idx="335">
                  <c:v>0.8105</c:v>
                </c:pt>
                <c:pt idx="336">
                  <c:v>0.809</c:v>
                </c:pt>
                <c:pt idx="337">
                  <c:v>0.8102</c:v>
                </c:pt>
                <c:pt idx="338">
                  <c:v>0.8108</c:v>
                </c:pt>
                <c:pt idx="339">
                  <c:v>0.811</c:v>
                </c:pt>
                <c:pt idx="340">
                  <c:v>0.808</c:v>
                </c:pt>
                <c:pt idx="341">
                  <c:v>0.8085</c:v>
                </c:pt>
                <c:pt idx="342">
                  <c:v>0.8108</c:v>
                </c:pt>
                <c:pt idx="343">
                  <c:v>0.8075</c:v>
                </c:pt>
                <c:pt idx="344">
                  <c:v>0.8066</c:v>
                </c:pt>
                <c:pt idx="345">
                  <c:v>0.8056</c:v>
                </c:pt>
                <c:pt idx="346">
                  <c:v>0.8059</c:v>
                </c:pt>
                <c:pt idx="347">
                  <c:v>0.8062</c:v>
                </c:pt>
                <c:pt idx="348">
                  <c:v>0.8076</c:v>
                </c:pt>
                <c:pt idx="349">
                  <c:v>0.8052</c:v>
                </c:pt>
                <c:pt idx="350">
                  <c:v>0.8064</c:v>
                </c:pt>
                <c:pt idx="351">
                  <c:v>0.8032</c:v>
                </c:pt>
                <c:pt idx="352">
                  <c:v>0.8044</c:v>
                </c:pt>
                <c:pt idx="353">
                  <c:v>0.8049</c:v>
                </c:pt>
                <c:pt idx="354">
                  <c:v>0.8062</c:v>
                </c:pt>
                <c:pt idx="355">
                  <c:v>0.8041</c:v>
                </c:pt>
                <c:pt idx="356">
                  <c:v>0.804</c:v>
                </c:pt>
                <c:pt idx="357">
                  <c:v>0.8048</c:v>
                </c:pt>
                <c:pt idx="358">
                  <c:v>0.8041</c:v>
                </c:pt>
                <c:pt idx="359">
                  <c:v>0.8052</c:v>
                </c:pt>
                <c:pt idx="360">
                  <c:v>0.8041</c:v>
                </c:pt>
                <c:pt idx="361">
                  <c:v>0.8025</c:v>
                </c:pt>
                <c:pt idx="362">
                  <c:v>0.8039</c:v>
                </c:pt>
                <c:pt idx="363">
                  <c:v>0.8062</c:v>
                </c:pt>
                <c:pt idx="364">
                  <c:v>0.8054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3σ ceiling 0.859</c:v>
                </c:pt>
              </c:strCache>
            </c:strRef>
          </c:tx>
          <c:spPr>
            <a:solidFill>
              <a:srgbClr val="E5484D"/>
            </a:solidFill>
            <a:ln w="25400" cap="flat">
              <a:solidFill>
                <a:srgbClr val="E548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484D"/>
              </a:solidFill>
              <a:ln w="9525" cap="flat">
                <a:solidFill>
                  <a:srgbClr val="E54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Sheet1!$A$2:$A$366</c:f>
              <c:multiLvlStrCache>
                <c:ptCount val="365"/>
                <c:lvl>
                  <c:pt idx="0">
                    <c:v>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Feb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Mar</c:v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>Apr</c:v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>May</c:v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>Jun</c:v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>Jul</c:v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>Aug</c:v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>Sep</c:v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>Oct</c:v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>Nov</c:v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>Dec</c:v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</c:lvl>
              </c:multiLvlStrCache>
            </c:multiLvlStrRef>
          </c:cat>
          <c:val>
            <c:numRef>
              <c:f>Sheet1!$C$2:$C$366</c:f>
              <c:numCache>
                <c:formatCode>General</c:formatCode>
                <c:ptCount val="365"/>
                <c:pt idx="0">
                  <c:v>0.8594</c:v>
                </c:pt>
                <c:pt idx="1">
                  <c:v>0.8594</c:v>
                </c:pt>
                <c:pt idx="2">
                  <c:v>0.8594</c:v>
                </c:pt>
                <c:pt idx="3">
                  <c:v>0.8594</c:v>
                </c:pt>
                <c:pt idx="4">
                  <c:v>0.8594</c:v>
                </c:pt>
                <c:pt idx="5">
                  <c:v>0.8594</c:v>
                </c:pt>
                <c:pt idx="6">
                  <c:v>0.8594</c:v>
                </c:pt>
                <c:pt idx="7">
                  <c:v>0.8594</c:v>
                </c:pt>
                <c:pt idx="8">
                  <c:v>0.8594</c:v>
                </c:pt>
                <c:pt idx="9">
                  <c:v>0.8594</c:v>
                </c:pt>
                <c:pt idx="10">
                  <c:v>0.8594</c:v>
                </c:pt>
                <c:pt idx="11">
                  <c:v>0.8594</c:v>
                </c:pt>
                <c:pt idx="12">
                  <c:v>0.8594</c:v>
                </c:pt>
                <c:pt idx="13">
                  <c:v>0.8594</c:v>
                </c:pt>
                <c:pt idx="14">
                  <c:v>0.8594</c:v>
                </c:pt>
                <c:pt idx="15">
                  <c:v>0.8594</c:v>
                </c:pt>
                <c:pt idx="16">
                  <c:v>0.8594</c:v>
                </c:pt>
                <c:pt idx="17">
                  <c:v>0.8594</c:v>
                </c:pt>
                <c:pt idx="18">
                  <c:v>0.8594</c:v>
                </c:pt>
                <c:pt idx="19">
                  <c:v>0.8594</c:v>
                </c:pt>
                <c:pt idx="20">
                  <c:v>0.8594</c:v>
                </c:pt>
                <c:pt idx="21">
                  <c:v>0.8594</c:v>
                </c:pt>
                <c:pt idx="22">
                  <c:v>0.8594</c:v>
                </c:pt>
                <c:pt idx="23">
                  <c:v>0.8594</c:v>
                </c:pt>
                <c:pt idx="24">
                  <c:v>0.8594</c:v>
                </c:pt>
                <c:pt idx="25">
                  <c:v>0.8594</c:v>
                </c:pt>
                <c:pt idx="26">
                  <c:v>0.8594</c:v>
                </c:pt>
                <c:pt idx="27">
                  <c:v>0.8594</c:v>
                </c:pt>
                <c:pt idx="28">
                  <c:v>0.8594</c:v>
                </c:pt>
                <c:pt idx="29">
                  <c:v>0.8594</c:v>
                </c:pt>
                <c:pt idx="30">
                  <c:v>0.8594</c:v>
                </c:pt>
                <c:pt idx="31">
                  <c:v>0.8594</c:v>
                </c:pt>
                <c:pt idx="32">
                  <c:v>0.8594</c:v>
                </c:pt>
                <c:pt idx="33">
                  <c:v>0.8594</c:v>
                </c:pt>
                <c:pt idx="34">
                  <c:v>0.8594</c:v>
                </c:pt>
                <c:pt idx="35">
                  <c:v>0.8594</c:v>
                </c:pt>
                <c:pt idx="36">
                  <c:v>0.8594</c:v>
                </c:pt>
                <c:pt idx="37">
                  <c:v>0.8594</c:v>
                </c:pt>
                <c:pt idx="38">
                  <c:v>0.8594</c:v>
                </c:pt>
                <c:pt idx="39">
                  <c:v>0.8594</c:v>
                </c:pt>
                <c:pt idx="40">
                  <c:v>0.8594</c:v>
                </c:pt>
                <c:pt idx="41">
                  <c:v>0.8594</c:v>
                </c:pt>
                <c:pt idx="42">
                  <c:v>0.8594</c:v>
                </c:pt>
                <c:pt idx="43">
                  <c:v>0.8594</c:v>
                </c:pt>
                <c:pt idx="44">
                  <c:v>0.8594</c:v>
                </c:pt>
                <c:pt idx="45">
                  <c:v>0.8594</c:v>
                </c:pt>
                <c:pt idx="46">
                  <c:v>0.8594</c:v>
                </c:pt>
                <c:pt idx="47">
                  <c:v>0.8594</c:v>
                </c:pt>
                <c:pt idx="48">
                  <c:v>0.8594</c:v>
                </c:pt>
                <c:pt idx="49">
                  <c:v>0.8594</c:v>
                </c:pt>
                <c:pt idx="50">
                  <c:v>0.8594</c:v>
                </c:pt>
                <c:pt idx="51">
                  <c:v>0.8594</c:v>
                </c:pt>
                <c:pt idx="52">
                  <c:v>0.8594</c:v>
                </c:pt>
                <c:pt idx="53">
                  <c:v>0.8594</c:v>
                </c:pt>
                <c:pt idx="54">
                  <c:v>0.8594</c:v>
                </c:pt>
                <c:pt idx="55">
                  <c:v>0.8594</c:v>
                </c:pt>
                <c:pt idx="56">
                  <c:v>0.8594</c:v>
                </c:pt>
                <c:pt idx="57">
                  <c:v>0.8594</c:v>
                </c:pt>
                <c:pt idx="58">
                  <c:v>0.8594</c:v>
                </c:pt>
                <c:pt idx="59">
                  <c:v>0.8594</c:v>
                </c:pt>
                <c:pt idx="60">
                  <c:v>0.8594</c:v>
                </c:pt>
                <c:pt idx="61">
                  <c:v>0.8594</c:v>
                </c:pt>
                <c:pt idx="62">
                  <c:v>0.8594</c:v>
                </c:pt>
                <c:pt idx="63">
                  <c:v>0.8594</c:v>
                </c:pt>
                <c:pt idx="64">
                  <c:v>0.8594</c:v>
                </c:pt>
                <c:pt idx="65">
                  <c:v>0.8594</c:v>
                </c:pt>
                <c:pt idx="66">
                  <c:v>0.8594</c:v>
                </c:pt>
                <c:pt idx="67">
                  <c:v>0.8594</c:v>
                </c:pt>
                <c:pt idx="68">
                  <c:v>0.8594</c:v>
                </c:pt>
                <c:pt idx="69">
                  <c:v>0.8594</c:v>
                </c:pt>
                <c:pt idx="70">
                  <c:v>0.8594</c:v>
                </c:pt>
                <c:pt idx="71">
                  <c:v>0.8594</c:v>
                </c:pt>
                <c:pt idx="72">
                  <c:v>0.8594</c:v>
                </c:pt>
                <c:pt idx="73">
                  <c:v>0.8594</c:v>
                </c:pt>
                <c:pt idx="74">
                  <c:v>0.8594</c:v>
                </c:pt>
                <c:pt idx="75">
                  <c:v>0.8594</c:v>
                </c:pt>
                <c:pt idx="76">
                  <c:v>0.8594</c:v>
                </c:pt>
                <c:pt idx="77">
                  <c:v>0.8594</c:v>
                </c:pt>
                <c:pt idx="78">
                  <c:v>0.8594</c:v>
                </c:pt>
                <c:pt idx="79">
                  <c:v>0.8594</c:v>
                </c:pt>
                <c:pt idx="80">
                  <c:v>0.8594</c:v>
                </c:pt>
                <c:pt idx="81">
                  <c:v>0.8594</c:v>
                </c:pt>
                <c:pt idx="82">
                  <c:v>0.8594</c:v>
                </c:pt>
                <c:pt idx="83">
                  <c:v>0.8594</c:v>
                </c:pt>
                <c:pt idx="84">
                  <c:v>0.8594</c:v>
                </c:pt>
                <c:pt idx="85">
                  <c:v>0.8594</c:v>
                </c:pt>
                <c:pt idx="86">
                  <c:v>0.8594</c:v>
                </c:pt>
                <c:pt idx="87">
                  <c:v>0.8594</c:v>
                </c:pt>
                <c:pt idx="88">
                  <c:v>0.8594</c:v>
                </c:pt>
                <c:pt idx="89">
                  <c:v>0.8594</c:v>
                </c:pt>
                <c:pt idx="90">
                  <c:v>0.8594</c:v>
                </c:pt>
                <c:pt idx="91">
                  <c:v>0.8594</c:v>
                </c:pt>
                <c:pt idx="92">
                  <c:v>0.8594</c:v>
                </c:pt>
                <c:pt idx="93">
                  <c:v>0.8594</c:v>
                </c:pt>
                <c:pt idx="94">
                  <c:v>0.8594</c:v>
                </c:pt>
                <c:pt idx="95">
                  <c:v>0.8594</c:v>
                </c:pt>
                <c:pt idx="96">
                  <c:v>0.8594</c:v>
                </c:pt>
                <c:pt idx="97">
                  <c:v>0.8594</c:v>
                </c:pt>
                <c:pt idx="98">
                  <c:v>0.8594</c:v>
                </c:pt>
                <c:pt idx="99">
                  <c:v>0.8594</c:v>
                </c:pt>
                <c:pt idx="100">
                  <c:v>0.8594</c:v>
                </c:pt>
                <c:pt idx="101">
                  <c:v>0.8594</c:v>
                </c:pt>
                <c:pt idx="102">
                  <c:v>0.8594</c:v>
                </c:pt>
                <c:pt idx="103">
                  <c:v>0.8594</c:v>
                </c:pt>
                <c:pt idx="104">
                  <c:v>0.8594</c:v>
                </c:pt>
                <c:pt idx="105">
                  <c:v>0.8594</c:v>
                </c:pt>
                <c:pt idx="106">
                  <c:v>0.8594</c:v>
                </c:pt>
                <c:pt idx="107">
                  <c:v>0.8594</c:v>
                </c:pt>
                <c:pt idx="108">
                  <c:v>0.8594</c:v>
                </c:pt>
                <c:pt idx="109">
                  <c:v>0.8594</c:v>
                </c:pt>
                <c:pt idx="110">
                  <c:v>0.8594</c:v>
                </c:pt>
                <c:pt idx="111">
                  <c:v>0.8594</c:v>
                </c:pt>
                <c:pt idx="112">
                  <c:v>0.8594</c:v>
                </c:pt>
                <c:pt idx="113">
                  <c:v>0.8594</c:v>
                </c:pt>
                <c:pt idx="114">
                  <c:v>0.8594</c:v>
                </c:pt>
                <c:pt idx="115">
                  <c:v>0.8594</c:v>
                </c:pt>
                <c:pt idx="116">
                  <c:v>0.8594</c:v>
                </c:pt>
                <c:pt idx="117">
                  <c:v>0.8594</c:v>
                </c:pt>
                <c:pt idx="118">
                  <c:v>0.8594</c:v>
                </c:pt>
                <c:pt idx="119">
                  <c:v>0.8594</c:v>
                </c:pt>
                <c:pt idx="120">
                  <c:v>0.8594</c:v>
                </c:pt>
                <c:pt idx="121">
                  <c:v>0.8594</c:v>
                </c:pt>
                <c:pt idx="122">
                  <c:v>0.8594</c:v>
                </c:pt>
                <c:pt idx="123">
                  <c:v>0.8594</c:v>
                </c:pt>
                <c:pt idx="124">
                  <c:v>0.8594</c:v>
                </c:pt>
                <c:pt idx="125">
                  <c:v>0.8594</c:v>
                </c:pt>
                <c:pt idx="126">
                  <c:v>0.8594</c:v>
                </c:pt>
                <c:pt idx="127">
                  <c:v>0.8594</c:v>
                </c:pt>
                <c:pt idx="128">
                  <c:v>0.8594</c:v>
                </c:pt>
                <c:pt idx="129">
                  <c:v>0.8594</c:v>
                </c:pt>
                <c:pt idx="130">
                  <c:v>0.8594</c:v>
                </c:pt>
                <c:pt idx="131">
                  <c:v>0.8594</c:v>
                </c:pt>
                <c:pt idx="132">
                  <c:v>0.8594</c:v>
                </c:pt>
                <c:pt idx="133">
                  <c:v>0.8594</c:v>
                </c:pt>
                <c:pt idx="134">
                  <c:v>0.8594</c:v>
                </c:pt>
                <c:pt idx="135">
                  <c:v>0.8594</c:v>
                </c:pt>
                <c:pt idx="136">
                  <c:v>0.8594</c:v>
                </c:pt>
                <c:pt idx="137">
                  <c:v>0.8594</c:v>
                </c:pt>
                <c:pt idx="138">
                  <c:v>0.8594</c:v>
                </c:pt>
                <c:pt idx="139">
                  <c:v>0.8594</c:v>
                </c:pt>
                <c:pt idx="140">
                  <c:v>0.8594</c:v>
                </c:pt>
                <c:pt idx="141">
                  <c:v>0.8594</c:v>
                </c:pt>
                <c:pt idx="142">
                  <c:v>0.8594</c:v>
                </c:pt>
                <c:pt idx="143">
                  <c:v>0.8594</c:v>
                </c:pt>
                <c:pt idx="144">
                  <c:v>0.8594</c:v>
                </c:pt>
                <c:pt idx="145">
                  <c:v>0.8594</c:v>
                </c:pt>
                <c:pt idx="146">
                  <c:v>0.8594</c:v>
                </c:pt>
                <c:pt idx="147">
                  <c:v>0.8594</c:v>
                </c:pt>
                <c:pt idx="148">
                  <c:v>0.8594</c:v>
                </c:pt>
                <c:pt idx="149">
                  <c:v>0.8594</c:v>
                </c:pt>
                <c:pt idx="150">
                  <c:v>0.8594</c:v>
                </c:pt>
                <c:pt idx="151">
                  <c:v>0.8594</c:v>
                </c:pt>
                <c:pt idx="152">
                  <c:v>0.8594</c:v>
                </c:pt>
                <c:pt idx="153">
                  <c:v>0.8594</c:v>
                </c:pt>
                <c:pt idx="154">
                  <c:v>0.8594</c:v>
                </c:pt>
                <c:pt idx="155">
                  <c:v>0.8594</c:v>
                </c:pt>
                <c:pt idx="156">
                  <c:v>0.8594</c:v>
                </c:pt>
                <c:pt idx="157">
                  <c:v>0.8594</c:v>
                </c:pt>
                <c:pt idx="158">
                  <c:v>0.8594</c:v>
                </c:pt>
                <c:pt idx="159">
                  <c:v>0.8594</c:v>
                </c:pt>
                <c:pt idx="160">
                  <c:v>0.8594</c:v>
                </c:pt>
                <c:pt idx="161">
                  <c:v>0.8594</c:v>
                </c:pt>
                <c:pt idx="162">
                  <c:v>0.8594</c:v>
                </c:pt>
                <c:pt idx="163">
                  <c:v>0.8594</c:v>
                </c:pt>
                <c:pt idx="164">
                  <c:v>0.8594</c:v>
                </c:pt>
                <c:pt idx="165">
                  <c:v>0.8594</c:v>
                </c:pt>
                <c:pt idx="166">
                  <c:v>0.8594</c:v>
                </c:pt>
                <c:pt idx="167">
                  <c:v>0.8594</c:v>
                </c:pt>
                <c:pt idx="168">
                  <c:v>0.8594</c:v>
                </c:pt>
                <c:pt idx="169">
                  <c:v>0.8594</c:v>
                </c:pt>
                <c:pt idx="170">
                  <c:v>0.8594</c:v>
                </c:pt>
                <c:pt idx="171">
                  <c:v>0.8594</c:v>
                </c:pt>
                <c:pt idx="172">
                  <c:v>0.8594</c:v>
                </c:pt>
                <c:pt idx="173">
                  <c:v>0.8594</c:v>
                </c:pt>
                <c:pt idx="174">
                  <c:v>0.8594</c:v>
                </c:pt>
                <c:pt idx="175">
                  <c:v>0.8594</c:v>
                </c:pt>
                <c:pt idx="176">
                  <c:v>0.8594</c:v>
                </c:pt>
                <c:pt idx="177">
                  <c:v>0.8594</c:v>
                </c:pt>
                <c:pt idx="178">
                  <c:v>0.8594</c:v>
                </c:pt>
                <c:pt idx="179">
                  <c:v>0.8594</c:v>
                </c:pt>
                <c:pt idx="180">
                  <c:v>0.8594</c:v>
                </c:pt>
                <c:pt idx="181">
                  <c:v>0.8594</c:v>
                </c:pt>
                <c:pt idx="182">
                  <c:v>0.8594</c:v>
                </c:pt>
                <c:pt idx="183">
                  <c:v>0.8594</c:v>
                </c:pt>
                <c:pt idx="184">
                  <c:v>0.8594</c:v>
                </c:pt>
                <c:pt idx="185">
                  <c:v>0.8594</c:v>
                </c:pt>
                <c:pt idx="186">
                  <c:v>0.8594</c:v>
                </c:pt>
                <c:pt idx="187">
                  <c:v>0.8594</c:v>
                </c:pt>
                <c:pt idx="188">
                  <c:v>0.8594</c:v>
                </c:pt>
                <c:pt idx="189">
                  <c:v>0.8594</c:v>
                </c:pt>
                <c:pt idx="190">
                  <c:v>0.8594</c:v>
                </c:pt>
                <c:pt idx="191">
                  <c:v>0.8594</c:v>
                </c:pt>
                <c:pt idx="192">
                  <c:v>0.8594</c:v>
                </c:pt>
                <c:pt idx="193">
                  <c:v>0.8594</c:v>
                </c:pt>
                <c:pt idx="194">
                  <c:v>0.8594</c:v>
                </c:pt>
                <c:pt idx="195">
                  <c:v>0.8594</c:v>
                </c:pt>
                <c:pt idx="196">
                  <c:v>0.8594</c:v>
                </c:pt>
                <c:pt idx="197">
                  <c:v>0.8594</c:v>
                </c:pt>
                <c:pt idx="198">
                  <c:v>0.8594</c:v>
                </c:pt>
                <c:pt idx="199">
                  <c:v>0.8594</c:v>
                </c:pt>
                <c:pt idx="200">
                  <c:v>0.8594</c:v>
                </c:pt>
                <c:pt idx="201">
                  <c:v>0.8594</c:v>
                </c:pt>
                <c:pt idx="202">
                  <c:v>0.8594</c:v>
                </c:pt>
                <c:pt idx="203">
                  <c:v>0.8594</c:v>
                </c:pt>
                <c:pt idx="204">
                  <c:v>0.8594</c:v>
                </c:pt>
                <c:pt idx="205">
                  <c:v>0.8594</c:v>
                </c:pt>
                <c:pt idx="206">
                  <c:v>0.8594</c:v>
                </c:pt>
                <c:pt idx="207">
                  <c:v>0.8594</c:v>
                </c:pt>
                <c:pt idx="208">
                  <c:v>0.8594</c:v>
                </c:pt>
                <c:pt idx="209">
                  <c:v>0.8594</c:v>
                </c:pt>
                <c:pt idx="210">
                  <c:v>0.8594</c:v>
                </c:pt>
                <c:pt idx="211">
                  <c:v>0.8594</c:v>
                </c:pt>
                <c:pt idx="212">
                  <c:v>0.8594</c:v>
                </c:pt>
                <c:pt idx="213">
                  <c:v>0.8594</c:v>
                </c:pt>
                <c:pt idx="214">
                  <c:v>0.8594</c:v>
                </c:pt>
                <c:pt idx="215">
                  <c:v>0.8594</c:v>
                </c:pt>
                <c:pt idx="216">
                  <c:v>0.8594</c:v>
                </c:pt>
                <c:pt idx="217">
                  <c:v>0.8594</c:v>
                </c:pt>
                <c:pt idx="218">
                  <c:v>0.8594</c:v>
                </c:pt>
                <c:pt idx="219">
                  <c:v>0.8594</c:v>
                </c:pt>
                <c:pt idx="220">
                  <c:v>0.8594</c:v>
                </c:pt>
                <c:pt idx="221">
                  <c:v>0.8594</c:v>
                </c:pt>
                <c:pt idx="222">
                  <c:v>0.8594</c:v>
                </c:pt>
                <c:pt idx="223">
                  <c:v>0.8594</c:v>
                </c:pt>
                <c:pt idx="224">
                  <c:v>0.8594</c:v>
                </c:pt>
                <c:pt idx="225">
                  <c:v>0.8594</c:v>
                </c:pt>
                <c:pt idx="226">
                  <c:v>0.8594</c:v>
                </c:pt>
                <c:pt idx="227">
                  <c:v>0.8594</c:v>
                </c:pt>
                <c:pt idx="228">
                  <c:v>0.8594</c:v>
                </c:pt>
                <c:pt idx="229">
                  <c:v>0.8594</c:v>
                </c:pt>
                <c:pt idx="230">
                  <c:v>0.8594</c:v>
                </c:pt>
                <c:pt idx="231">
                  <c:v>0.8594</c:v>
                </c:pt>
                <c:pt idx="232">
                  <c:v>0.8594</c:v>
                </c:pt>
                <c:pt idx="233">
                  <c:v>0.8594</c:v>
                </c:pt>
                <c:pt idx="234">
                  <c:v>0.8594</c:v>
                </c:pt>
                <c:pt idx="235">
                  <c:v>0.8594</c:v>
                </c:pt>
                <c:pt idx="236">
                  <c:v>0.8594</c:v>
                </c:pt>
                <c:pt idx="237">
                  <c:v>0.8594</c:v>
                </c:pt>
                <c:pt idx="238">
                  <c:v>0.8594</c:v>
                </c:pt>
                <c:pt idx="239">
                  <c:v>0.8594</c:v>
                </c:pt>
                <c:pt idx="240">
                  <c:v>0.8594</c:v>
                </c:pt>
                <c:pt idx="241">
                  <c:v>0.8594</c:v>
                </c:pt>
                <c:pt idx="242">
                  <c:v>0.8594</c:v>
                </c:pt>
                <c:pt idx="243">
                  <c:v>0.8594</c:v>
                </c:pt>
                <c:pt idx="244">
                  <c:v>0.8594</c:v>
                </c:pt>
                <c:pt idx="245">
                  <c:v>0.8594</c:v>
                </c:pt>
                <c:pt idx="246">
                  <c:v>0.8594</c:v>
                </c:pt>
                <c:pt idx="247">
                  <c:v>0.8594</c:v>
                </c:pt>
                <c:pt idx="248">
                  <c:v>0.8594</c:v>
                </c:pt>
                <c:pt idx="249">
                  <c:v>0.8594</c:v>
                </c:pt>
                <c:pt idx="250">
                  <c:v>0.8594</c:v>
                </c:pt>
                <c:pt idx="251">
                  <c:v>0.8594</c:v>
                </c:pt>
                <c:pt idx="252">
                  <c:v>0.8594</c:v>
                </c:pt>
                <c:pt idx="253">
                  <c:v>0.8594</c:v>
                </c:pt>
                <c:pt idx="254">
                  <c:v>0.8594</c:v>
                </c:pt>
                <c:pt idx="255">
                  <c:v>0.8594</c:v>
                </c:pt>
                <c:pt idx="256">
                  <c:v>0.8594</c:v>
                </c:pt>
                <c:pt idx="257">
                  <c:v>0.8594</c:v>
                </c:pt>
                <c:pt idx="258">
                  <c:v>0.8594</c:v>
                </c:pt>
                <c:pt idx="259">
                  <c:v>0.8594</c:v>
                </c:pt>
                <c:pt idx="260">
                  <c:v>0.8594</c:v>
                </c:pt>
                <c:pt idx="261">
                  <c:v>0.8594</c:v>
                </c:pt>
                <c:pt idx="262">
                  <c:v>0.8594</c:v>
                </c:pt>
                <c:pt idx="263">
                  <c:v>0.8594</c:v>
                </c:pt>
                <c:pt idx="264">
                  <c:v>0.8594</c:v>
                </c:pt>
                <c:pt idx="265">
                  <c:v>0.8594</c:v>
                </c:pt>
                <c:pt idx="266">
                  <c:v>0.8594</c:v>
                </c:pt>
                <c:pt idx="267">
                  <c:v>0.8594</c:v>
                </c:pt>
                <c:pt idx="268">
                  <c:v>0.8594</c:v>
                </c:pt>
                <c:pt idx="269">
                  <c:v>0.8594</c:v>
                </c:pt>
                <c:pt idx="270">
                  <c:v>0.8594</c:v>
                </c:pt>
                <c:pt idx="271">
                  <c:v>0.8594</c:v>
                </c:pt>
                <c:pt idx="272">
                  <c:v>0.8594</c:v>
                </c:pt>
                <c:pt idx="273">
                  <c:v>0.8594</c:v>
                </c:pt>
                <c:pt idx="274">
                  <c:v>0.8594</c:v>
                </c:pt>
                <c:pt idx="275">
                  <c:v>0.8594</c:v>
                </c:pt>
                <c:pt idx="276">
                  <c:v>0.8594</c:v>
                </c:pt>
                <c:pt idx="277">
                  <c:v>0.8594</c:v>
                </c:pt>
                <c:pt idx="278">
                  <c:v>0.8594</c:v>
                </c:pt>
                <c:pt idx="279">
                  <c:v>0.8594</c:v>
                </c:pt>
                <c:pt idx="280">
                  <c:v>0.8594</c:v>
                </c:pt>
                <c:pt idx="281">
                  <c:v>0.8594</c:v>
                </c:pt>
                <c:pt idx="282">
                  <c:v>0.8594</c:v>
                </c:pt>
                <c:pt idx="283">
                  <c:v>0.8594</c:v>
                </c:pt>
                <c:pt idx="284">
                  <c:v>0.8594</c:v>
                </c:pt>
                <c:pt idx="285">
                  <c:v>0.8594</c:v>
                </c:pt>
                <c:pt idx="286">
                  <c:v>0.8594</c:v>
                </c:pt>
                <c:pt idx="287">
                  <c:v>0.8594</c:v>
                </c:pt>
                <c:pt idx="288">
                  <c:v>0.8594</c:v>
                </c:pt>
                <c:pt idx="289">
                  <c:v>0.8594</c:v>
                </c:pt>
                <c:pt idx="290">
                  <c:v>0.8594</c:v>
                </c:pt>
                <c:pt idx="291">
                  <c:v>0.8594</c:v>
                </c:pt>
                <c:pt idx="292">
                  <c:v>0.8594</c:v>
                </c:pt>
                <c:pt idx="293">
                  <c:v>0.8594</c:v>
                </c:pt>
                <c:pt idx="294">
                  <c:v>0.8594</c:v>
                </c:pt>
                <c:pt idx="295">
                  <c:v>0.8594</c:v>
                </c:pt>
                <c:pt idx="296">
                  <c:v>0.8594</c:v>
                </c:pt>
                <c:pt idx="297">
                  <c:v>0.8594</c:v>
                </c:pt>
                <c:pt idx="298">
                  <c:v>0.8594</c:v>
                </c:pt>
                <c:pt idx="299">
                  <c:v>0.8594</c:v>
                </c:pt>
                <c:pt idx="300">
                  <c:v>0.8594</c:v>
                </c:pt>
                <c:pt idx="301">
                  <c:v>0.8594</c:v>
                </c:pt>
                <c:pt idx="302">
                  <c:v>0.8594</c:v>
                </c:pt>
                <c:pt idx="303">
                  <c:v>0.8594</c:v>
                </c:pt>
                <c:pt idx="304">
                  <c:v>0.8594</c:v>
                </c:pt>
                <c:pt idx="305">
                  <c:v>0.8594</c:v>
                </c:pt>
                <c:pt idx="306">
                  <c:v>0.8594</c:v>
                </c:pt>
                <c:pt idx="307">
                  <c:v>0.8594</c:v>
                </c:pt>
                <c:pt idx="308">
                  <c:v>0.8594</c:v>
                </c:pt>
                <c:pt idx="309">
                  <c:v>0.8594</c:v>
                </c:pt>
                <c:pt idx="310">
                  <c:v>0.8594</c:v>
                </c:pt>
                <c:pt idx="311">
                  <c:v>0.8594</c:v>
                </c:pt>
                <c:pt idx="312">
                  <c:v>0.8594</c:v>
                </c:pt>
                <c:pt idx="313">
                  <c:v>0.8594</c:v>
                </c:pt>
                <c:pt idx="314">
                  <c:v>0.8594</c:v>
                </c:pt>
                <c:pt idx="315">
                  <c:v>0.8594</c:v>
                </c:pt>
                <c:pt idx="316">
                  <c:v>0.8594</c:v>
                </c:pt>
                <c:pt idx="317">
                  <c:v>0.8594</c:v>
                </c:pt>
                <c:pt idx="318">
                  <c:v>0.8594</c:v>
                </c:pt>
                <c:pt idx="319">
                  <c:v>0.8594</c:v>
                </c:pt>
                <c:pt idx="320">
                  <c:v>0.8594</c:v>
                </c:pt>
                <c:pt idx="321">
                  <c:v>0.8594</c:v>
                </c:pt>
                <c:pt idx="322">
                  <c:v>0.8594</c:v>
                </c:pt>
                <c:pt idx="323">
                  <c:v>0.8594</c:v>
                </c:pt>
                <c:pt idx="324">
                  <c:v>0.8594</c:v>
                </c:pt>
                <c:pt idx="325">
                  <c:v>0.8594</c:v>
                </c:pt>
                <c:pt idx="326">
                  <c:v>0.8594</c:v>
                </c:pt>
                <c:pt idx="327">
                  <c:v>0.8594</c:v>
                </c:pt>
                <c:pt idx="328">
                  <c:v>0.8594</c:v>
                </c:pt>
                <c:pt idx="329">
                  <c:v>0.8594</c:v>
                </c:pt>
                <c:pt idx="330">
                  <c:v>0.8594</c:v>
                </c:pt>
                <c:pt idx="331">
                  <c:v>0.8594</c:v>
                </c:pt>
                <c:pt idx="332">
                  <c:v>0.8594</c:v>
                </c:pt>
                <c:pt idx="333">
                  <c:v>0.8594</c:v>
                </c:pt>
                <c:pt idx="334">
                  <c:v>0.8594</c:v>
                </c:pt>
                <c:pt idx="335">
                  <c:v>0.8594</c:v>
                </c:pt>
                <c:pt idx="336">
                  <c:v>0.8594</c:v>
                </c:pt>
                <c:pt idx="337">
                  <c:v>0.8594</c:v>
                </c:pt>
                <c:pt idx="338">
                  <c:v>0.8594</c:v>
                </c:pt>
                <c:pt idx="339">
                  <c:v>0.8594</c:v>
                </c:pt>
                <c:pt idx="340">
                  <c:v>0.8594</c:v>
                </c:pt>
                <c:pt idx="341">
                  <c:v>0.8594</c:v>
                </c:pt>
                <c:pt idx="342">
                  <c:v>0.8594</c:v>
                </c:pt>
                <c:pt idx="343">
                  <c:v>0.8594</c:v>
                </c:pt>
                <c:pt idx="344">
                  <c:v>0.8594</c:v>
                </c:pt>
                <c:pt idx="345">
                  <c:v>0.8594</c:v>
                </c:pt>
                <c:pt idx="346">
                  <c:v>0.8594</c:v>
                </c:pt>
                <c:pt idx="347">
                  <c:v>0.8594</c:v>
                </c:pt>
                <c:pt idx="348">
                  <c:v>0.8594</c:v>
                </c:pt>
                <c:pt idx="349">
                  <c:v>0.8594</c:v>
                </c:pt>
                <c:pt idx="350">
                  <c:v>0.8594</c:v>
                </c:pt>
                <c:pt idx="351">
                  <c:v>0.8594</c:v>
                </c:pt>
                <c:pt idx="352">
                  <c:v>0.8594</c:v>
                </c:pt>
                <c:pt idx="353">
                  <c:v>0.8594</c:v>
                </c:pt>
                <c:pt idx="354">
                  <c:v>0.8594</c:v>
                </c:pt>
                <c:pt idx="355">
                  <c:v>0.8594</c:v>
                </c:pt>
                <c:pt idx="356">
                  <c:v>0.8594</c:v>
                </c:pt>
                <c:pt idx="357">
                  <c:v>0.8594</c:v>
                </c:pt>
                <c:pt idx="358">
                  <c:v>0.8594</c:v>
                </c:pt>
                <c:pt idx="359">
                  <c:v>0.8594</c:v>
                </c:pt>
                <c:pt idx="360">
                  <c:v>0.8594</c:v>
                </c:pt>
                <c:pt idx="361">
                  <c:v>0.8594</c:v>
                </c:pt>
                <c:pt idx="362">
                  <c:v>0.8594</c:v>
                </c:pt>
                <c:pt idx="363">
                  <c:v>0.8594</c:v>
                </c:pt>
                <c:pt idx="364">
                  <c:v>0.8594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8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time the forest slept through a four-week amplifier fault. Today: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number is normal alone; together they are a fault. EV02, 2 May (the code book checked 1 May by mistake).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EV02 is 2 May 01:00–12:00.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give it eyes.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3 Q16: each row is judged alone unless features carry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Lags copy older values onto today's row; rolling windows summarise the last 24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3 Q19, Q20, Q22. The 32-column builder drops 24 rows: its longest window is 24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Week 3 chart sleeps through four weeks of a cooling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3 Q17. Like a generator running hot on one bulb: something is blocking the cooling.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book says about 22σ; the recipe gives 28.9σ (Quiz 3 Q18 uses the real number). Five months can't tell the yearly warming from the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3 Q21: prune pairs above about 0.98.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Kitchen sink about 70 false alarms (73 pandas 3, 69 pandas 2.2).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3 Q14.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No expo! An honest exam on months the model never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checkpoint: Week 5 Day 3, honest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W4D3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W4D3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4 · DAY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Model Eyes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Feature engineering: new columns that let a model see what an engineer sees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192492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660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lags + rolling windows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951912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482264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4126116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284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6584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56584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hot for its workload?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88553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415888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7059740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08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90208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Fewer, better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690208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32 columns vs 5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819159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349511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tep icon 4 circle"/>
          <p:cNvSpPr/>
          <p:nvPr/>
        </p:nvSpPr>
        <p:spPr>
          <a:xfrm>
            <a:off x="9993363" y="2057400"/>
            <a:ext cx="1005840" cy="100584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3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531" y="225856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23831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3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623831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your method, drafted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55 min hands-on · 25 min checkpoint +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 brought light… but the inverter isn't charging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light is 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Array current 26.93–27.14 A: inside its normal sunlit band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battery is stuck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State of charge 92.5–93.4% for 12 hours. Normal on eclipse nights; in steady sun, only during a fault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EV02: the current barely moves, the battery stops charging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417320"/>
            <a:ext cx="5318608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Solar-array current (A), 30 Apr → 4 May</a:t>
            </a:r>
            <a:endParaRPr lang="en-US" sz="1800" dirty="0"/>
          </a:p>
        </p:txBody>
      </p:sp>
      <p:graphicFrame>
        <p:nvGraphicFramePr>
          <p:cNvPr id="5" name="left chart" descr=""/>
          <p:cNvGraphicFramePr/>
          <p:nvPr/>
        </p:nvGraphicFramePr>
        <p:xfrm>
          <a:off x="731520" y="2148840"/>
          <a:ext cx="4952848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ight card"/>
          <p:cNvSpPr/>
          <p:nvPr/>
        </p:nvSpPr>
        <p:spPr>
          <a:xfrm>
            <a:off x="6324448" y="1417320"/>
            <a:ext cx="5318608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98768" y="15544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State of charge (%), 30 Apr → 4 May</a:t>
            </a:r>
            <a:endParaRPr lang="en-US" sz="1800" dirty="0"/>
          </a:p>
        </p:txBody>
      </p:sp>
      <p:graphicFrame>
        <p:nvGraphicFramePr>
          <p:cNvPr id="8" name="right chart" descr=""/>
          <p:cNvGraphicFramePr/>
          <p:nvPr/>
        </p:nvGraphicFramePr>
        <p:xfrm>
          <a:off x="6507328" y="2148840"/>
          <a:ext cx="4952848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time: the forest on raw channels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EV04: 1 of 672 hours noticed, 25 days late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amplifier ran hot for its workload for four weeks. The forest can't see “for its workload”.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cannot tell time: give it eyes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What was it an hour ago? Over the last day?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Steady sun, eclipse or recharge?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Hot for its drive level?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History, without cheating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Only the past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lines of pandas: every window ends now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soc.shift(1)                    # an hour ago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soc.shift(24)                   # same hour yesterday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soc.diff(1)                     # change since last hour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soc.rolling(24).mean()          # average of the last 24 hours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- soc.rolling(24).mean()    # how far from its own last day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At 14:00 the window covers 15:00 yesterday to 14:00 today. Never the future.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14:00 test: could I compute this at 14:00?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soc.shift(1) · soc.rolling(24).mean(): the past only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Cheats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soc.shift(-1) · rolling(24, center=True): reads tomorrow's newspaper today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for its workload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One column that ties two sensors together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temperature: four weeks of EV04, zero alarms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Hottest EV04 hour 67.0 °C. The yearly swing makes σ big, so the ceiling sits above the fault.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temp_per_drive = temperature ÷ drive: EV04 jumps out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Normal 0.821 ± 0.013; EV04 0.870 (+3.9σ). 605 of 672 EV04 hours lit, 0 false alarms all year.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29σ trap: check features on months they never saw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book residual: 28.9σ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Fitted Jan–May. Flags 2,208 of 2,208 Oct–Dec hours: 3,512 false alarms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Humble ratio: 3.9σ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0 false alarms all year. Stable on months it never saw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features ≠ better eyes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32 columns against 5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book's 32 columns: 18 pairs of near-twins</a:t>
            </a:r>
            <a:endParaRPr lang="en-US" sz="32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  <a:gridCol w="2862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Its twin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Correlation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battery_soc_pct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soc_gap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1.000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solar_array_current_a_std24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bus_voltage_v_std24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0.994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bus_voltage_v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eclipse_flag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0.994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twta_temp_c_lag1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twta_temp_c_mean24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0.992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twta_temp_c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twta_temp_c_mean24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0.992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soc_gap = 100 − SoC. The forest picks columns at random, so a twin doubles that sensor's vote.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forest: 32 columns vs 5 (whole year, steady sun)</a:t>
            </a:r>
            <a:endParaRPr lang="en-US" sz="32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  <a:gridCol w="3227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Kitchen sink (32)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Lean 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point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❌ missed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 1/1 h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correlation break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 11/12 h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 12/12 h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point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❌ missed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 1/1 h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thermal decoupling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 410/672 h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 358/672 h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correlation break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 24/24 h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✅ 24/24 h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False alarms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whole year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about 70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The sink misses the two easiest faults. Hours = how many of the event's hours lit up.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answer, right reason (z-scores of the flagged hours)</a:t>
            </a:r>
            <a:endParaRPr lang="en-US" sz="32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931920"/>
                <a:gridCol w="5971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broke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Biggest z-scores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array string dropout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array current -33.8σ · battery temp +24.8σ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battery not charging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state of charge -21.6σ · bus voltage -5.9σ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array string dropout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array current -34.2σ · battery temp +27.5σ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amplifier hot for its drive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temp_per_drive +3.8σ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EV05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battery not charging (again)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state of charge -21.6σ · bus voltage -5.5σ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The model's reason matches the engineer's. EV04 is flagged by temp_per_drive alone.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5! But hold on…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false alarms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about one page every 9 days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its own homework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EV01–EV03 sit inside its training months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race yet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Week 4 chart never got the same eyes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· Checkpoint 3: method drafted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today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Your brief's minimum method running on your data; your normal in writing; features that pass the 14:00 test; a reference period; the baseline you'll race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rules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Real NIGCOMSAT data stays on NIGCOMSAT systems (not Colab); no raw data on GitHub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55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W4D3-exercise, save a copy, run STEP 0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A: history features + the 14:00 test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B: temp_per_drive, then the 29σ trap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C: 32 columns vs 5, explain every flag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The model can't tell time: lags and rolling windows, past only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One relationship beats many raw columns; test features on unseen months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Fewer, sharper features; explain every flag with z-scores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No expo! Honest train/test splits + Quiz 3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W4D3 · Give the Model Eyes: Feature Engineering</dc:title>
  <dc:subject>PptxGenJS Presentation</dc:subject>
  <dc:creator>Publica Academy</dc:creator>
  <cp:lastModifiedBy>Publica Academy</cp:lastModifiedBy>
  <cp:revision>1</cp:revision>
  <dcterms:created xsi:type="dcterms:W3CDTF">2026-10-30T07:06:45Z</dcterms:created>
  <dcterms:modified xsi:type="dcterms:W3CDTF">2026-10-30T07:06:45Z</dcterms:modified>
</cp:coreProperties>
</file>