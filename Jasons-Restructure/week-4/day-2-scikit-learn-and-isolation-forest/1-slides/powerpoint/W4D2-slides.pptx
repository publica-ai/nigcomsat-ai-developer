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participants train their first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Rare is not the same as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 cuts = odd. 200 random trees vote. That's the isolation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forest finds what is rare. Rare is not the same as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questions 2, 3,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questions 6, 7,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Rare is not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lucky catch: right answer, wrong reason. Check how many hours of a long event lit up, and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 lesson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eclipse this hour or the 3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15: for single-channel spikes the chart can be the better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questions 4, 5, 13. The forest doesn't care about scaling (r = 0.99999999).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time: give the model eyes.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W4D3.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W4D2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W4D2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4 · DAY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scikit-learn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Isolation Forest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Your first machine-learning detector: six channels at once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· predict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scikit-learn pattern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six channels at once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context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Week 3 lesson again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data finds its modes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man in agbada at a beach party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 in agbada: 1 cut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Random cuts isolate the odd one out almost at once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guest in shorts: 9 cuts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Someone in the crowd takes many cuts to get alone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twist: the lifeguard also stands out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Agbada at the beach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Rare and out of place: a fault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lifeguard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Just as rare, but he belongs there: eclipse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in 3 verbs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bus[CHANNELS]            # rows = hours, columns = channels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IsolationForest(n_estimators=200,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contamination=0.005, random_state=42)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model.fit(X[train])           # learn normal (Jan–Aug)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model.predict(X)              # -1 = odd, 1 = normal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model.decision_function(X)    # lower = more odd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same pattern works for every model in the library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saw the labels, so check the count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contamination = the share of hours you allow it to flag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expected: 0.005 × 8,760 hours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flagged over the year (30 in training)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4,000?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bug: stop and check the code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forest find?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Six raw channels, fit on Jan–Aug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forest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flags. All 58 at 21:00. Eclipse.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It found the lifeguard: the rarest thing in the file is normal physics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1 of 5, by luck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EV04 is an amplifier fault; the forest was looking at eclipse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21/672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EV04 hours flagged, all at 21:00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 h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late for its first flag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false alarms outside the events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context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Only judge steady sunlight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states, three normals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21:00 · on battery · 92 h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Recharge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3 hours after · 276 h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sun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everything else · 8,389 h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steady = bus["eclipse_flag"].rolling(4).max() == 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Steady-sun forest: 4 of 5, 16 false alarms</a:t>
            </a:r>
            <a:endParaRPr lang="en-US" sz="3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97280"/>
                <a:gridCol w="1097280"/>
                <a:gridCol w="1097280"/>
                <a:gridCol w="1097280"/>
                <a:gridCol w="1097280"/>
                <a:gridCol w="1947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Detector (steady sun)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EV01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EV02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EV03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EV04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EV05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False alarms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Isolation forest, 6 channels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❌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3σ chart per channel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❌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forest's EV04 is 1 hour, 615 h late. The chart catches EV03, the 12 A drop.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Let the data find its modes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KMeans(4) finds eclipse and recharge by itself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first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Eclipse: one cluster (92/92). Recharge: one cluster (276/276)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scaled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Recharge smeared over 3 clusters: big numbers dominate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every flag with z-scores</a:t>
            </a:r>
            <a:endParaRPr lang="en-US" sz="32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1280160"/>
                <a:gridCol w="1280160"/>
                <a:gridCol w="1280160"/>
                <a:gridCol w="1280160"/>
                <a:gridCol w="1307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Hour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array A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bus V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SoC %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batt °C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TWTA °C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drive %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EV02 · 2 May 01:00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-2.3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-6.8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-20.7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+1.5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+1.2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EV01 · 19 Feb 11:00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-33.8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+1.4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+24.8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-1.2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-0.6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January false alarm · 01 Jan 10:00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-0.4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+1.7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-2.1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-3.1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z = (value − normal) ÷ spread, from steady Jan–Aug hours. The biggest number is your explanation.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it can't see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EV04: amplifier peak 67.0 °C vs ceiling 68.0 °C, yet ~3 °C hot for its drive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forest saw 1 of 672 hours. It has no column for “hot for its workload”.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W4D2-exercise, save a copy, run STEP 0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Parts A + B: fit a forest, score it, spot the lucky catch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C: steady sun, forest vs chart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D: k-means and explaining a flag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fit · predict · score: one pattern for every scikit-learn model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Rare is not broken: add context and check why it flagged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Old tools still win some fights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Give the model eyes (feature engineering)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W4D2 · Meet scikit-learn + Isolation Forest</dc:title>
  <dc:subject>PptxGenJS Presentation</dc:subject>
  <dc:creator>Publica Academy</dc:creator>
  <cp:lastModifiedBy>Publica Academy</cp:lastModifiedBy>
  <cp:revision>1</cp:revision>
  <dcterms:created xsi:type="dcterms:W3CDTF">2026-10-29T19:22:57Z</dcterms:created>
  <dcterms:modified xsi:type="dcterms:W3CDTF">2026-10-29T19:22:57Z</dcterms:modified>
</cp:coreProperties>
</file>