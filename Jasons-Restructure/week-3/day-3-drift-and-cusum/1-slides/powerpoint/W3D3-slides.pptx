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rent (₦k)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  <c:pt idx="5">
                    <c:v>Year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</c:v>
                </c:pt>
                <c:pt idx="1">
                  <c:v>525</c:v>
                </c:pt>
                <c:pt idx="2">
                  <c:v>550</c:v>
                </c:pt>
                <c:pt idx="3">
                  <c:v>580</c:v>
                </c:pt>
                <c:pt idx="4">
                  <c:v>610</c:v>
                </c:pt>
                <c:pt idx="5">
                  <c:v>650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TWTA °C (weekly mean)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Sheet1!$A$2:$A$107</c:f>
              <c:multiLvlStrCache>
                <c:ptCount val="106"/>
                <c:lvl>
                  <c:pt idx="0">
                    <c:v>Jan 24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 24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 24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Oct 24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>Jan 25</c:v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>Apr 25</c:v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Jul 25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Oct 25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>Jan 26</c:v>
                  </c:pt>
                </c:lvl>
              </c:multiLvlStrCache>
            </c:multiLvlStrRef>
          </c:cat>
          <c:val>
            <c:numRef>
              <c:f>Sheet1!$B$2:$B$107</c:f>
              <c:numCache>
                <c:formatCode>General</c:formatCode>
                <c:ptCount val="106"/>
                <c:pt idx="0">
                  <c:v>59.95</c:v>
                </c:pt>
                <c:pt idx="1">
                  <c:v>60.05</c:v>
                </c:pt>
                <c:pt idx="2">
                  <c:v>60.18</c:v>
                </c:pt>
                <c:pt idx="3">
                  <c:v>60.22</c:v>
                </c:pt>
                <c:pt idx="4">
                  <c:v>60.63</c:v>
                </c:pt>
                <c:pt idx="5">
                  <c:v>60.87</c:v>
                </c:pt>
                <c:pt idx="6">
                  <c:v>60.84</c:v>
                </c:pt>
                <c:pt idx="7">
                  <c:v>61.1</c:v>
                </c:pt>
                <c:pt idx="8">
                  <c:v>61.55</c:v>
                </c:pt>
                <c:pt idx="9">
                  <c:v>61.86</c:v>
                </c:pt>
                <c:pt idx="10">
                  <c:v>61.92</c:v>
                </c:pt>
                <c:pt idx="11">
                  <c:v>62.31</c:v>
                </c:pt>
                <c:pt idx="12">
                  <c:v>62.38</c:v>
                </c:pt>
                <c:pt idx="13">
                  <c:v>62.67</c:v>
                </c:pt>
                <c:pt idx="14">
                  <c:v>62.83</c:v>
                </c:pt>
                <c:pt idx="15">
                  <c:v>62.96</c:v>
                </c:pt>
                <c:pt idx="16">
                  <c:v>63.22</c:v>
                </c:pt>
                <c:pt idx="17">
                  <c:v>63.48</c:v>
                </c:pt>
                <c:pt idx="18">
                  <c:v>63.58</c:v>
                </c:pt>
                <c:pt idx="19">
                  <c:v>63.69</c:v>
                </c:pt>
                <c:pt idx="20">
                  <c:v>63.8</c:v>
                </c:pt>
                <c:pt idx="21">
                  <c:v>63.68</c:v>
                </c:pt>
                <c:pt idx="22">
                  <c:v>63.87</c:v>
                </c:pt>
                <c:pt idx="23">
                  <c:v>64.07</c:v>
                </c:pt>
                <c:pt idx="24">
                  <c:v>64.08</c:v>
                </c:pt>
                <c:pt idx="25">
                  <c:v>64.16</c:v>
                </c:pt>
                <c:pt idx="26">
                  <c:v>64.09</c:v>
                </c:pt>
                <c:pt idx="27">
                  <c:v>63.9</c:v>
                </c:pt>
                <c:pt idx="28">
                  <c:v>63.87</c:v>
                </c:pt>
                <c:pt idx="29">
                  <c:v>63.71</c:v>
                </c:pt>
                <c:pt idx="30">
                  <c:v>63.71</c:v>
                </c:pt>
                <c:pt idx="31">
                  <c:v>63.48</c:v>
                </c:pt>
                <c:pt idx="32">
                  <c:v>63.43</c:v>
                </c:pt>
                <c:pt idx="33">
                  <c:v>63.2</c:v>
                </c:pt>
                <c:pt idx="34">
                  <c:v>63.11</c:v>
                </c:pt>
                <c:pt idx="35">
                  <c:v>62.86</c:v>
                </c:pt>
                <c:pt idx="36">
                  <c:v>64.29</c:v>
                </c:pt>
                <c:pt idx="37">
                  <c:v>62.72</c:v>
                </c:pt>
                <c:pt idx="38">
                  <c:v>62.45</c:v>
                </c:pt>
                <c:pt idx="39">
                  <c:v>62.38</c:v>
                </c:pt>
                <c:pt idx="40">
                  <c:v>62.37</c:v>
                </c:pt>
                <c:pt idx="41">
                  <c:v>62.03</c:v>
                </c:pt>
                <c:pt idx="42">
                  <c:v>62.09</c:v>
                </c:pt>
                <c:pt idx="43">
                  <c:v>62.02</c:v>
                </c:pt>
                <c:pt idx="44">
                  <c:v>61.9</c:v>
                </c:pt>
                <c:pt idx="45">
                  <c:v>61.75</c:v>
                </c:pt>
                <c:pt idx="46">
                  <c:v>61.74</c:v>
                </c:pt>
                <c:pt idx="47">
                  <c:v>61.77</c:v>
                </c:pt>
                <c:pt idx="48">
                  <c:v>61.76</c:v>
                </c:pt>
                <c:pt idx="49">
                  <c:v>61.74</c:v>
                </c:pt>
                <c:pt idx="50">
                  <c:v>61.78</c:v>
                </c:pt>
                <c:pt idx="51">
                  <c:v>61.82</c:v>
                </c:pt>
                <c:pt idx="52">
                  <c:v>61.85</c:v>
                </c:pt>
                <c:pt idx="53">
                  <c:v>61.94</c:v>
                </c:pt>
                <c:pt idx="54">
                  <c:v>62.16</c:v>
                </c:pt>
                <c:pt idx="55">
                  <c:v>62.23</c:v>
                </c:pt>
                <c:pt idx="56">
                  <c:v>62.54</c:v>
                </c:pt>
                <c:pt idx="57">
                  <c:v>62.68</c:v>
                </c:pt>
                <c:pt idx="58">
                  <c:v>62.67</c:v>
                </c:pt>
                <c:pt idx="59">
                  <c:v>63.13</c:v>
                </c:pt>
                <c:pt idx="60">
                  <c:v>63.33</c:v>
                </c:pt>
                <c:pt idx="61">
                  <c:v>63.52</c:v>
                </c:pt>
                <c:pt idx="62">
                  <c:v>63.68</c:v>
                </c:pt>
                <c:pt idx="63">
                  <c:v>63.75</c:v>
                </c:pt>
                <c:pt idx="64">
                  <c:v>63.97</c:v>
                </c:pt>
                <c:pt idx="65">
                  <c:v>64.3</c:v>
                </c:pt>
                <c:pt idx="66">
                  <c:v>64.48</c:v>
                </c:pt>
                <c:pt idx="67">
                  <c:v>64.82</c:v>
                </c:pt>
                <c:pt idx="68">
                  <c:v>64.89</c:v>
                </c:pt>
                <c:pt idx="69">
                  <c:v>65.16</c:v>
                </c:pt>
                <c:pt idx="70">
                  <c:v>65.37</c:v>
                </c:pt>
                <c:pt idx="71">
                  <c:v>65.81</c:v>
                </c:pt>
                <c:pt idx="72">
                  <c:v>67.34</c:v>
                </c:pt>
                <c:pt idx="73">
                  <c:v>67.32</c:v>
                </c:pt>
                <c:pt idx="74">
                  <c:v>67.39</c:v>
                </c:pt>
                <c:pt idx="75">
                  <c:v>67.42</c:v>
                </c:pt>
                <c:pt idx="76">
                  <c:v>67.5</c:v>
                </c:pt>
                <c:pt idx="77">
                  <c:v>67.47</c:v>
                </c:pt>
                <c:pt idx="78">
                  <c:v>67.51</c:v>
                </c:pt>
                <c:pt idx="79">
                  <c:v>67.26</c:v>
                </c:pt>
                <c:pt idx="80">
                  <c:v>67.16</c:v>
                </c:pt>
                <c:pt idx="81">
                  <c:v>67.28</c:v>
                </c:pt>
                <c:pt idx="82">
                  <c:v>67.17</c:v>
                </c:pt>
                <c:pt idx="83">
                  <c:v>67.02</c:v>
                </c:pt>
                <c:pt idx="84">
                  <c:v>66.79</c:v>
                </c:pt>
                <c:pt idx="85">
                  <c:v>66.63</c:v>
                </c:pt>
                <c:pt idx="86">
                  <c:v>66.48</c:v>
                </c:pt>
                <c:pt idx="87">
                  <c:v>66.25</c:v>
                </c:pt>
                <c:pt idx="88">
                  <c:v>66.29</c:v>
                </c:pt>
                <c:pt idx="89">
                  <c:v>66.07</c:v>
                </c:pt>
                <c:pt idx="90">
                  <c:v>65.74</c:v>
                </c:pt>
                <c:pt idx="91">
                  <c:v>65.63</c:v>
                </c:pt>
                <c:pt idx="92">
                  <c:v>65.55</c:v>
                </c:pt>
                <c:pt idx="93">
                  <c:v>65.51</c:v>
                </c:pt>
                <c:pt idx="94">
                  <c:v>65.3</c:v>
                </c:pt>
                <c:pt idx="95">
                  <c:v>65.1</c:v>
                </c:pt>
                <c:pt idx="96">
                  <c:v>65.03</c:v>
                </c:pt>
                <c:pt idx="97">
                  <c:v>64.95</c:v>
                </c:pt>
                <c:pt idx="98">
                  <c:v>65.09</c:v>
                </c:pt>
                <c:pt idx="99">
                  <c:v>64.72</c:v>
                </c:pt>
                <c:pt idx="100">
                  <c:v>64.86</c:v>
                </c:pt>
                <c:pt idx="101">
                  <c:v>65</c:v>
                </c:pt>
                <c:pt idx="102">
                  <c:v>64.88</c:v>
                </c:pt>
                <c:pt idx="103">
                  <c:v>65.11</c:v>
                </c:pt>
                <c:pt idx="104">
                  <c:v>65</c:v>
                </c:pt>
                <c:pt idx="105">
                  <c:v>64.89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70"/>
          <c:min val="58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01 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 Jan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 Jan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01 Feb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 Feb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 Feb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01 Mar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-0.332</c:v>
                </c:pt>
                <c:pt idx="1">
                  <c:v>-0.066</c:v>
                </c:pt>
                <c:pt idx="2">
                  <c:v>0.102</c:v>
                </c:pt>
                <c:pt idx="3">
                  <c:v>0.135</c:v>
                </c:pt>
                <c:pt idx="4">
                  <c:v>0.173</c:v>
                </c:pt>
                <c:pt idx="5">
                  <c:v>-0.23</c:v>
                </c:pt>
                <c:pt idx="6">
                  <c:v>0.156</c:v>
                </c:pt>
                <c:pt idx="7">
                  <c:v>-0.209</c:v>
                </c:pt>
                <c:pt idx="8">
                  <c:v>0.016</c:v>
                </c:pt>
                <c:pt idx="9">
                  <c:v>-0.031</c:v>
                </c:pt>
                <c:pt idx="10">
                  <c:v>0.087</c:v>
                </c:pt>
                <c:pt idx="11">
                  <c:v>0.175</c:v>
                </c:pt>
                <c:pt idx="12">
                  <c:v>-0.281</c:v>
                </c:pt>
                <c:pt idx="13">
                  <c:v>-0.289</c:v>
                </c:pt>
                <c:pt idx="14">
                  <c:v>0.064</c:v>
                </c:pt>
                <c:pt idx="15">
                  <c:v>0.085</c:v>
                </c:pt>
                <c:pt idx="16">
                  <c:v>-0.029</c:v>
                </c:pt>
                <c:pt idx="17">
                  <c:v>0.113</c:v>
                </c:pt>
                <c:pt idx="18">
                  <c:v>-0.119</c:v>
                </c:pt>
                <c:pt idx="19">
                  <c:v>-0.298</c:v>
                </c:pt>
                <c:pt idx="20">
                  <c:v>-0.155</c:v>
                </c:pt>
                <c:pt idx="21">
                  <c:v>0.027</c:v>
                </c:pt>
                <c:pt idx="22">
                  <c:v>-0.186</c:v>
                </c:pt>
                <c:pt idx="23">
                  <c:v>-0.219</c:v>
                </c:pt>
                <c:pt idx="24">
                  <c:v>-0.128</c:v>
                </c:pt>
                <c:pt idx="25">
                  <c:v>0.082</c:v>
                </c:pt>
                <c:pt idx="26">
                  <c:v>0.267</c:v>
                </c:pt>
                <c:pt idx="27">
                  <c:v>0.248</c:v>
                </c:pt>
                <c:pt idx="28">
                  <c:v>-0.094</c:v>
                </c:pt>
                <c:pt idx="29">
                  <c:v>-0.046</c:v>
                </c:pt>
                <c:pt idx="30">
                  <c:v>0.023</c:v>
                </c:pt>
                <c:pt idx="31">
                  <c:v>0.185</c:v>
                </c:pt>
                <c:pt idx="32">
                  <c:v>-0.162</c:v>
                </c:pt>
                <c:pt idx="33">
                  <c:v>0.092</c:v>
                </c:pt>
                <c:pt idx="34">
                  <c:v>-0.08</c:v>
                </c:pt>
                <c:pt idx="35">
                  <c:v>-0.274</c:v>
                </c:pt>
                <c:pt idx="36">
                  <c:v>-0.319</c:v>
                </c:pt>
                <c:pt idx="37">
                  <c:v>-0.219</c:v>
                </c:pt>
                <c:pt idx="38">
                  <c:v>-0.279</c:v>
                </c:pt>
                <c:pt idx="39">
                  <c:v>-0.165</c:v>
                </c:pt>
                <c:pt idx="40">
                  <c:v>0.345</c:v>
                </c:pt>
                <c:pt idx="41">
                  <c:v>0.421</c:v>
                </c:pt>
                <c:pt idx="42">
                  <c:v>0.241</c:v>
                </c:pt>
                <c:pt idx="43">
                  <c:v>0.608</c:v>
                </c:pt>
                <c:pt idx="44">
                  <c:v>0.431</c:v>
                </c:pt>
                <c:pt idx="45">
                  <c:v>0.289</c:v>
                </c:pt>
                <c:pt idx="46">
                  <c:v>0.492</c:v>
                </c:pt>
                <c:pt idx="47">
                  <c:v>0.275</c:v>
                </c:pt>
                <c:pt idx="48">
                  <c:v>0.111</c:v>
                </c:pt>
                <c:pt idx="49">
                  <c:v>0.269</c:v>
                </c:pt>
                <c:pt idx="50">
                  <c:v>0.202</c:v>
                </c:pt>
                <c:pt idx="51">
                  <c:v>0.583</c:v>
                </c:pt>
                <c:pt idx="52">
                  <c:v>0.083</c:v>
                </c:pt>
                <c:pt idx="53">
                  <c:v>0.183</c:v>
                </c:pt>
                <c:pt idx="54">
                  <c:v>0.547</c:v>
                </c:pt>
                <c:pt idx="55">
                  <c:v>0.163</c:v>
                </c:pt>
                <c:pt idx="56">
                  <c:v>0.599</c:v>
                </c:pt>
                <c:pt idx="57">
                  <c:v>0.565</c:v>
                </c:pt>
                <c:pt idx="58">
                  <c:v>0.096</c:v>
                </c:pt>
                <c:pt idx="59">
                  <c:v>0.487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1.2"/>
          <c:min val="-0.9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01 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 Jan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 Jan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01 Feb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 Feb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 Feb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01 Mar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0.034</c:v>
                </c:pt>
                <c:pt idx="4">
                  <c:v>0.105</c:v>
                </c:pt>
                <c:pt idx="5">
                  <c:v>0</c:v>
                </c:pt>
                <c:pt idx="6">
                  <c:v>0.054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0.073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0.012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0.165</c:v>
                </c:pt>
                <c:pt idx="27">
                  <c:v>0.312</c:v>
                </c:pt>
                <c:pt idx="28">
                  <c:v>0.116</c:v>
                </c:pt>
                <c:pt idx="29">
                  <c:v>0</c:v>
                </c:pt>
                <c:pt idx="30">
                  <c:v>0</c:v>
                </c:pt>
                <c:pt idx="31">
                  <c:v>0.083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0.243</c:v>
                </c:pt>
                <c:pt idx="41">
                  <c:v>0.563</c:v>
                </c:pt>
                <c:pt idx="42">
                  <c:v>0.702</c:v>
                </c:pt>
                <c:pt idx="43">
                  <c:v>1.208</c:v>
                </c:pt>
                <c:pt idx="44">
                  <c:v>1.538</c:v>
                </c:pt>
                <c:pt idx="45">
                  <c:v>1.725</c:v>
                </c:pt>
                <c:pt idx="46">
                  <c:v>2.115</c:v>
                </c:pt>
                <c:pt idx="47">
                  <c:v>2.288</c:v>
                </c:pt>
                <c:pt idx="48">
                  <c:v>2.298</c:v>
                </c:pt>
                <c:pt idx="49">
                  <c:v>2.466</c:v>
                </c:pt>
                <c:pt idx="50">
                  <c:v>2.567</c:v>
                </c:pt>
                <c:pt idx="51">
                  <c:v>3.048</c:v>
                </c:pt>
                <c:pt idx="52">
                  <c:v>3.03</c:v>
                </c:pt>
                <c:pt idx="53">
                  <c:v>3.111</c:v>
                </c:pt>
                <c:pt idx="54">
                  <c:v>3.557</c:v>
                </c:pt>
                <c:pt idx="55">
                  <c:v>3.619</c:v>
                </c:pt>
                <c:pt idx="56">
                  <c:v>4.117</c:v>
                </c:pt>
                <c:pt idx="57">
                  <c:v>4.58</c:v>
                </c:pt>
                <c:pt idx="58">
                  <c:v>4.574</c:v>
                </c:pt>
                <c:pt idx="59">
                  <c:v>4.959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Ah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Sheet1!$A$2:$A$159</c:f>
              <c:multiLvlStrCache>
                <c:ptCount val="158"/>
                <c:lvl>
                  <c:pt idx="0">
                    <c:v>Jan 23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 23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>Jan 24</c:v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>Jul 24</c:v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>Jan 25</c:v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>Jul 25</c:v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>Jan 26</c:v>
                  </c:pt>
                </c:lvl>
              </c:multiLvlStrCache>
            </c:multiLvlStrRef>
          </c:cat>
          <c:val>
            <c:numRef>
              <c:f>Sheet1!$B$2:$B$159</c:f>
              <c:numCache>
                <c:formatCode>General</c:formatCode>
                <c:ptCount val="158"/>
                <c:pt idx="0">
                  <c:v>103.3</c:v>
                </c:pt>
                <c:pt idx="1">
                  <c:v>103.21</c:v>
                </c:pt>
                <c:pt idx="2">
                  <c:v>103.16</c:v>
                </c:pt>
                <c:pt idx="3">
                  <c:v>103.08</c:v>
                </c:pt>
                <c:pt idx="4">
                  <c:v>103.1</c:v>
                </c:pt>
                <c:pt idx="5">
                  <c:v>102.95</c:v>
                </c:pt>
                <c:pt idx="6">
                  <c:v>103.03</c:v>
                </c:pt>
                <c:pt idx="7">
                  <c:v>102.94</c:v>
                </c:pt>
                <c:pt idx="8">
                  <c:v>102.89</c:v>
                </c:pt>
                <c:pt idx="9">
                  <c:v>102.95</c:v>
                </c:pt>
                <c:pt idx="10">
                  <c:v>102.84</c:v>
                </c:pt>
                <c:pt idx="11">
                  <c:v>102.74</c:v>
                </c:pt>
                <c:pt idx="12">
                  <c:v>102.74</c:v>
                </c:pt>
                <c:pt idx="13">
                  <c:v>102.66</c:v>
                </c:pt>
                <c:pt idx="14">
                  <c:v>102.58</c:v>
                </c:pt>
                <c:pt idx="15">
                  <c:v>102.63</c:v>
                </c:pt>
                <c:pt idx="16">
                  <c:v>102.54</c:v>
                </c:pt>
                <c:pt idx="17">
                  <c:v>102.43</c:v>
                </c:pt>
                <c:pt idx="18">
                  <c:v>102.46</c:v>
                </c:pt>
                <c:pt idx="19">
                  <c:v>102.45</c:v>
                </c:pt>
                <c:pt idx="20">
                  <c:v>102.4</c:v>
                </c:pt>
                <c:pt idx="21">
                  <c:v>102.33</c:v>
                </c:pt>
                <c:pt idx="22">
                  <c:v>102.29</c:v>
                </c:pt>
                <c:pt idx="23">
                  <c:v>102.32</c:v>
                </c:pt>
                <c:pt idx="24">
                  <c:v>102.18</c:v>
                </c:pt>
                <c:pt idx="25">
                  <c:v>102.2</c:v>
                </c:pt>
                <c:pt idx="26">
                  <c:v>102.17</c:v>
                </c:pt>
                <c:pt idx="27">
                  <c:v>102.18</c:v>
                </c:pt>
                <c:pt idx="28">
                  <c:v>101.99</c:v>
                </c:pt>
                <c:pt idx="29">
                  <c:v>101.95</c:v>
                </c:pt>
                <c:pt idx="30">
                  <c:v>101.96</c:v>
                </c:pt>
                <c:pt idx="31">
                  <c:v>101.92</c:v>
                </c:pt>
                <c:pt idx="32">
                  <c:v>101.86</c:v>
                </c:pt>
                <c:pt idx="33">
                  <c:v>101.82</c:v>
                </c:pt>
                <c:pt idx="34">
                  <c:v>101.73</c:v>
                </c:pt>
                <c:pt idx="35">
                  <c:v>101.74</c:v>
                </c:pt>
                <c:pt idx="36">
                  <c:v>101.74</c:v>
                </c:pt>
                <c:pt idx="37">
                  <c:v>101.61</c:v>
                </c:pt>
                <c:pt idx="38">
                  <c:v>101.67</c:v>
                </c:pt>
                <c:pt idx="39">
                  <c:v>101.57</c:v>
                </c:pt>
                <c:pt idx="40">
                  <c:v>101.53</c:v>
                </c:pt>
                <c:pt idx="41">
                  <c:v>101.42</c:v>
                </c:pt>
                <c:pt idx="42">
                  <c:v>101.47</c:v>
                </c:pt>
                <c:pt idx="43">
                  <c:v>101.35</c:v>
                </c:pt>
                <c:pt idx="44">
                  <c:v>101.32</c:v>
                </c:pt>
                <c:pt idx="45">
                  <c:v>101.29</c:v>
                </c:pt>
                <c:pt idx="46">
                  <c:v>101.26</c:v>
                </c:pt>
                <c:pt idx="47">
                  <c:v>101.27</c:v>
                </c:pt>
                <c:pt idx="48">
                  <c:v>101.12</c:v>
                </c:pt>
                <c:pt idx="49">
                  <c:v>101.13</c:v>
                </c:pt>
                <c:pt idx="50">
                  <c:v>101.17</c:v>
                </c:pt>
                <c:pt idx="51">
                  <c:v>100.99</c:v>
                </c:pt>
                <c:pt idx="52">
                  <c:v>101</c:v>
                </c:pt>
                <c:pt idx="53">
                  <c:v>101.01</c:v>
                </c:pt>
                <c:pt idx="54">
                  <c:v>100.98</c:v>
                </c:pt>
                <c:pt idx="55">
                  <c:v>100.87</c:v>
                </c:pt>
                <c:pt idx="56">
                  <c:v>100.83</c:v>
                </c:pt>
                <c:pt idx="57">
                  <c:v>100.81</c:v>
                </c:pt>
                <c:pt idx="58">
                  <c:v>100.73</c:v>
                </c:pt>
                <c:pt idx="59">
                  <c:v>100.7</c:v>
                </c:pt>
                <c:pt idx="60">
                  <c:v>100.7</c:v>
                </c:pt>
                <c:pt idx="61">
                  <c:v>100.63</c:v>
                </c:pt>
                <c:pt idx="62">
                  <c:v>100.59</c:v>
                </c:pt>
                <c:pt idx="63">
                  <c:v>100.59</c:v>
                </c:pt>
                <c:pt idx="64">
                  <c:v>100.51</c:v>
                </c:pt>
                <c:pt idx="65">
                  <c:v>100.47</c:v>
                </c:pt>
                <c:pt idx="66">
                  <c:v>100.44</c:v>
                </c:pt>
                <c:pt idx="67">
                  <c:v>100.37</c:v>
                </c:pt>
                <c:pt idx="68">
                  <c:v>100.25</c:v>
                </c:pt>
                <c:pt idx="69">
                  <c:v>100.27</c:v>
                </c:pt>
                <c:pt idx="70">
                  <c:v>100.2</c:v>
                </c:pt>
                <c:pt idx="71">
                  <c:v>100.22</c:v>
                </c:pt>
                <c:pt idx="72">
                  <c:v>100.2</c:v>
                </c:pt>
                <c:pt idx="73">
                  <c:v>100.07</c:v>
                </c:pt>
                <c:pt idx="74">
                  <c:v>99.97</c:v>
                </c:pt>
                <c:pt idx="75">
                  <c:v>100.01</c:v>
                </c:pt>
                <c:pt idx="76">
                  <c:v>99.99</c:v>
                </c:pt>
                <c:pt idx="77">
                  <c:v>99.91</c:v>
                </c:pt>
                <c:pt idx="78">
                  <c:v>99.96</c:v>
                </c:pt>
                <c:pt idx="79">
                  <c:v>99.89</c:v>
                </c:pt>
                <c:pt idx="80">
                  <c:v>99.84</c:v>
                </c:pt>
                <c:pt idx="81">
                  <c:v>99.84</c:v>
                </c:pt>
                <c:pt idx="82">
                  <c:v>99.66</c:v>
                </c:pt>
                <c:pt idx="83">
                  <c:v>99.66</c:v>
                </c:pt>
                <c:pt idx="84">
                  <c:v>99.6</c:v>
                </c:pt>
                <c:pt idx="85">
                  <c:v>99.59</c:v>
                </c:pt>
                <c:pt idx="86">
                  <c:v>99.55</c:v>
                </c:pt>
                <c:pt idx="87">
                  <c:v>99.54</c:v>
                </c:pt>
                <c:pt idx="88">
                  <c:v>99.51</c:v>
                </c:pt>
                <c:pt idx="89">
                  <c:v>99.37</c:v>
                </c:pt>
                <c:pt idx="90">
                  <c:v>99.42</c:v>
                </c:pt>
                <c:pt idx="91">
                  <c:v>99.39</c:v>
                </c:pt>
                <c:pt idx="92">
                  <c:v>99.29</c:v>
                </c:pt>
                <c:pt idx="93">
                  <c:v>99.22</c:v>
                </c:pt>
                <c:pt idx="94">
                  <c:v>99.18</c:v>
                </c:pt>
                <c:pt idx="95">
                  <c:v>99.22</c:v>
                </c:pt>
                <c:pt idx="96">
                  <c:v>99.13</c:v>
                </c:pt>
                <c:pt idx="97">
                  <c:v>99.08</c:v>
                </c:pt>
                <c:pt idx="98">
                  <c:v>99.06</c:v>
                </c:pt>
                <c:pt idx="99">
                  <c:v>98.98</c:v>
                </c:pt>
                <c:pt idx="100">
                  <c:v>98.95</c:v>
                </c:pt>
                <c:pt idx="101">
                  <c:v>98.9</c:v>
                </c:pt>
                <c:pt idx="102">
                  <c:v>98.77</c:v>
                </c:pt>
                <c:pt idx="103">
                  <c:v>98.81</c:v>
                </c:pt>
                <c:pt idx="104">
                  <c:v>98.73</c:v>
                </c:pt>
                <c:pt idx="105">
                  <c:v>98.78</c:v>
                </c:pt>
                <c:pt idx="106">
                  <c:v>98.67</c:v>
                </c:pt>
                <c:pt idx="107">
                  <c:v>98.65</c:v>
                </c:pt>
                <c:pt idx="108">
                  <c:v>98.67</c:v>
                </c:pt>
                <c:pt idx="109">
                  <c:v>98.59</c:v>
                </c:pt>
                <c:pt idx="110">
                  <c:v>98.49</c:v>
                </c:pt>
                <c:pt idx="111">
                  <c:v>98.53</c:v>
                </c:pt>
                <c:pt idx="112">
                  <c:v>98.39</c:v>
                </c:pt>
                <c:pt idx="113">
                  <c:v>98.38</c:v>
                </c:pt>
                <c:pt idx="114">
                  <c:v>98.41</c:v>
                </c:pt>
                <c:pt idx="115">
                  <c:v>98.26</c:v>
                </c:pt>
                <c:pt idx="116">
                  <c:v>98.22</c:v>
                </c:pt>
                <c:pt idx="117">
                  <c:v>98.27</c:v>
                </c:pt>
                <c:pt idx="118">
                  <c:v>98.17</c:v>
                </c:pt>
                <c:pt idx="119">
                  <c:v>98.01</c:v>
                </c:pt>
                <c:pt idx="120">
                  <c:v>97.93</c:v>
                </c:pt>
                <c:pt idx="121">
                  <c:v>97.92</c:v>
                </c:pt>
                <c:pt idx="122">
                  <c:v>97.84</c:v>
                </c:pt>
                <c:pt idx="123">
                  <c:v>97.8</c:v>
                </c:pt>
                <c:pt idx="124">
                  <c:v>97.71</c:v>
                </c:pt>
                <c:pt idx="125">
                  <c:v>97.69</c:v>
                </c:pt>
                <c:pt idx="126">
                  <c:v>97.53</c:v>
                </c:pt>
                <c:pt idx="127">
                  <c:v>97.53</c:v>
                </c:pt>
                <c:pt idx="128">
                  <c:v>97.47</c:v>
                </c:pt>
                <c:pt idx="129">
                  <c:v>97.34</c:v>
                </c:pt>
                <c:pt idx="130">
                  <c:v>97.27</c:v>
                </c:pt>
                <c:pt idx="131">
                  <c:v>97.22</c:v>
                </c:pt>
                <c:pt idx="132">
                  <c:v>97.16</c:v>
                </c:pt>
                <c:pt idx="133">
                  <c:v>97.09</c:v>
                </c:pt>
                <c:pt idx="134">
                  <c:v>97.04</c:v>
                </c:pt>
                <c:pt idx="135">
                  <c:v>96.92</c:v>
                </c:pt>
                <c:pt idx="136">
                  <c:v>96.87</c:v>
                </c:pt>
                <c:pt idx="137">
                  <c:v>96.78</c:v>
                </c:pt>
                <c:pt idx="138">
                  <c:v>96.74</c:v>
                </c:pt>
                <c:pt idx="139">
                  <c:v>96.66</c:v>
                </c:pt>
                <c:pt idx="140">
                  <c:v>96.57</c:v>
                </c:pt>
                <c:pt idx="141">
                  <c:v>96.57</c:v>
                </c:pt>
                <c:pt idx="142">
                  <c:v>96.35</c:v>
                </c:pt>
                <c:pt idx="143">
                  <c:v>96.36</c:v>
                </c:pt>
                <c:pt idx="144">
                  <c:v>96.31</c:v>
                </c:pt>
                <c:pt idx="145">
                  <c:v>96.24</c:v>
                </c:pt>
                <c:pt idx="146">
                  <c:v>96.18</c:v>
                </c:pt>
                <c:pt idx="147">
                  <c:v>96.06</c:v>
                </c:pt>
                <c:pt idx="148">
                  <c:v>95.99</c:v>
                </c:pt>
                <c:pt idx="149">
                  <c:v>95.9</c:v>
                </c:pt>
                <c:pt idx="150">
                  <c:v>95.9</c:v>
                </c:pt>
                <c:pt idx="151">
                  <c:v>95.77</c:v>
                </c:pt>
                <c:pt idx="152">
                  <c:v>95.64</c:v>
                </c:pt>
                <c:pt idx="153">
                  <c:v>95.66</c:v>
                </c:pt>
                <c:pt idx="154">
                  <c:v>95.59</c:v>
                </c:pt>
                <c:pt idx="155">
                  <c:v>95.57</c:v>
                </c:pt>
                <c:pt idx="156">
                  <c:v>95.49</c:v>
                </c:pt>
                <c:pt idx="157">
                  <c:v>95.44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04"/>
          <c:min val="94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 lost per year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April 2025</c:v>
                  </c:pt>
                  <c:pt idx="1">
                    <c:v>after April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2.24</c:v>
                </c:pt>
                <c:pt idx="1">
                  <c:v>3.68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6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 per year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Sheet1!$A$2:$A$107</c:f>
              <c:multiLvlStrCache>
                <c:ptCount val="106"/>
                <c:lvl>
                  <c:pt idx="0">
                    <c:v>Jan 24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 24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 24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Oct 24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>Jan 25</c:v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>Apr 25</c:v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Jul 25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Oct 25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>Jan 26</c:v>
                  </c:pt>
                </c:lvl>
              </c:multiLvlStrCache>
            </c:multiLvlStrRef>
          </c:cat>
          <c:val>
            <c:numRef>
              <c:f>Sheet1!$B$2:$B$107</c:f>
              <c:numCache>
                <c:formatCode>General</c:formatCode>
                <c:ptCount val="106"/>
                <c:pt idx="0">
                  <c:v>-2.18</c:v>
                </c:pt>
                <c:pt idx="1">
                  <c:v>-2.02</c:v>
                </c:pt>
                <c:pt idx="2">
                  <c:v>-2.005</c:v>
                </c:pt>
                <c:pt idx="3">
                  <c:v>-2.035</c:v>
                </c:pt>
                <c:pt idx="4">
                  <c:v>-2.099</c:v>
                </c:pt>
                <c:pt idx="5">
                  <c:v>-2.119</c:v>
                </c:pt>
                <c:pt idx="6">
                  <c:v>-2.261</c:v>
                </c:pt>
                <c:pt idx="7">
                  <c:v>-2.29</c:v>
                </c:pt>
                <c:pt idx="8">
                  <c:v>-2.169</c:v>
                </c:pt>
                <c:pt idx="9">
                  <c:v>-2.26</c:v>
                </c:pt>
                <c:pt idx="10">
                  <c:v>-2.345</c:v>
                </c:pt>
                <c:pt idx="11">
                  <c:v>-2.155</c:v>
                </c:pt>
                <c:pt idx="12">
                  <c:v>-2.26</c:v>
                </c:pt>
                <c:pt idx="13">
                  <c:v>-2.247</c:v>
                </c:pt>
                <c:pt idx="14">
                  <c:v>-2.164</c:v>
                </c:pt>
                <c:pt idx="15">
                  <c:v>-2.122</c:v>
                </c:pt>
                <c:pt idx="16">
                  <c:v>-2.294</c:v>
                </c:pt>
                <c:pt idx="17">
                  <c:v>-2.383</c:v>
                </c:pt>
                <c:pt idx="18">
                  <c:v>-2.398</c:v>
                </c:pt>
                <c:pt idx="19">
                  <c:v>-2.439</c:v>
                </c:pt>
                <c:pt idx="20">
                  <c:v>-2.399</c:v>
                </c:pt>
                <c:pt idx="21">
                  <c:v>-2.407</c:v>
                </c:pt>
                <c:pt idx="22">
                  <c:v>-2.549</c:v>
                </c:pt>
                <c:pt idx="23">
                  <c:v>-2.503</c:v>
                </c:pt>
                <c:pt idx="24">
                  <c:v>-2.346</c:v>
                </c:pt>
                <c:pt idx="25">
                  <c:v>-2.399</c:v>
                </c:pt>
                <c:pt idx="26">
                  <c:v>-2.137</c:v>
                </c:pt>
                <c:pt idx="27">
                  <c:v>-1.963</c:v>
                </c:pt>
                <c:pt idx="28">
                  <c:v>-1.925</c:v>
                </c:pt>
                <c:pt idx="29">
                  <c:v>-1.915</c:v>
                </c:pt>
                <c:pt idx="30">
                  <c:v>-2.099</c:v>
                </c:pt>
                <c:pt idx="31">
                  <c:v>-2.158</c:v>
                </c:pt>
                <c:pt idx="32">
                  <c:v>-2.205</c:v>
                </c:pt>
                <c:pt idx="33">
                  <c:v>-2.137</c:v>
                </c:pt>
                <c:pt idx="34">
                  <c:v>-2.224</c:v>
                </c:pt>
                <c:pt idx="35">
                  <c:v>-2.348</c:v>
                </c:pt>
                <c:pt idx="36">
                  <c:v>-2.292</c:v>
                </c:pt>
                <c:pt idx="37">
                  <c:v>-2.365</c:v>
                </c:pt>
                <c:pt idx="38">
                  <c:v>-2.41</c:v>
                </c:pt>
                <c:pt idx="39">
                  <c:v>-2.223</c:v>
                </c:pt>
                <c:pt idx="40">
                  <c:v>-2.161</c:v>
                </c:pt>
                <c:pt idx="41">
                  <c:v>-2.176</c:v>
                </c:pt>
                <c:pt idx="42">
                  <c:v>-2.079</c:v>
                </c:pt>
                <c:pt idx="43">
                  <c:v>-2.073</c:v>
                </c:pt>
                <c:pt idx="44">
                  <c:v>-2.15</c:v>
                </c:pt>
                <c:pt idx="45">
                  <c:v>-2.26</c:v>
                </c:pt>
                <c:pt idx="46">
                  <c:v>-2.241</c:v>
                </c:pt>
                <c:pt idx="47">
                  <c:v>-2.291</c:v>
                </c:pt>
                <c:pt idx="48">
                  <c:v>-2.225</c:v>
                </c:pt>
                <c:pt idx="49">
                  <c:v>-2.219</c:v>
                </c:pt>
                <c:pt idx="50">
                  <c:v>-2.532</c:v>
                </c:pt>
                <c:pt idx="51">
                  <c:v>-2.482</c:v>
                </c:pt>
                <c:pt idx="52">
                  <c:v>-2.352</c:v>
                </c:pt>
                <c:pt idx="53">
                  <c:v>-2.302</c:v>
                </c:pt>
                <c:pt idx="54">
                  <c:v>-2.401</c:v>
                </c:pt>
                <c:pt idx="55">
                  <c:v>-2.378</c:v>
                </c:pt>
                <c:pt idx="56">
                  <c:v>-2.174</c:v>
                </c:pt>
                <c:pt idx="57">
                  <c:v>-2.102</c:v>
                </c:pt>
                <c:pt idx="58">
                  <c:v>-2.085</c:v>
                </c:pt>
                <c:pt idx="59">
                  <c:v>-2.014</c:v>
                </c:pt>
                <c:pt idx="60">
                  <c:v>-2.097</c:v>
                </c:pt>
                <c:pt idx="61">
                  <c:v>-2.094</c:v>
                </c:pt>
                <c:pt idx="62">
                  <c:v>-1.974</c:v>
                </c:pt>
                <c:pt idx="63">
                  <c:v>-2.248</c:v>
                </c:pt>
                <c:pt idx="64">
                  <c:v>-2.34</c:v>
                </c:pt>
                <c:pt idx="65">
                  <c:v>-2.387</c:v>
                </c:pt>
                <c:pt idx="66">
                  <c:v>-2.262</c:v>
                </c:pt>
                <c:pt idx="67">
                  <c:v>-2.625</c:v>
                </c:pt>
                <c:pt idx="68">
                  <c:v>-2.857</c:v>
                </c:pt>
                <c:pt idx="69">
                  <c:v>-2.892</c:v>
                </c:pt>
                <c:pt idx="70">
                  <c:v>-3.05</c:v>
                </c:pt>
                <c:pt idx="71">
                  <c:v>-3.14</c:v>
                </c:pt>
                <c:pt idx="72">
                  <c:v>-3.193</c:v>
                </c:pt>
                <c:pt idx="73">
                  <c:v>-3.307</c:v>
                </c:pt>
                <c:pt idx="74">
                  <c:v>-3.563</c:v>
                </c:pt>
                <c:pt idx="75">
                  <c:v>-3.512</c:v>
                </c:pt>
                <c:pt idx="76">
                  <c:v>-3.525</c:v>
                </c:pt>
                <c:pt idx="77">
                  <c:v>-3.667</c:v>
                </c:pt>
                <c:pt idx="78">
                  <c:v>-3.565</c:v>
                </c:pt>
                <c:pt idx="79">
                  <c:v>-3.506</c:v>
                </c:pt>
                <c:pt idx="80">
                  <c:v>-3.59</c:v>
                </c:pt>
                <c:pt idx="81">
                  <c:v>-3.64</c:v>
                </c:pt>
                <c:pt idx="82">
                  <c:v>-3.666</c:v>
                </c:pt>
                <c:pt idx="83">
                  <c:v>-3.756</c:v>
                </c:pt>
                <c:pt idx="84">
                  <c:v>-3.685</c:v>
                </c:pt>
                <c:pt idx="85">
                  <c:v>-3.762</c:v>
                </c:pt>
                <c:pt idx="86">
                  <c:v>-3.694</c:v>
                </c:pt>
                <c:pt idx="87">
                  <c:v>-3.769</c:v>
                </c:pt>
                <c:pt idx="88">
                  <c:v>-3.723</c:v>
                </c:pt>
                <c:pt idx="89">
                  <c:v>-3.551</c:v>
                </c:pt>
                <c:pt idx="90">
                  <c:v>-3.734</c:v>
                </c:pt>
                <c:pt idx="91">
                  <c:v>-3.848</c:v>
                </c:pt>
                <c:pt idx="92">
                  <c:v>-3.771</c:v>
                </c:pt>
                <c:pt idx="93">
                  <c:v>-3.751</c:v>
                </c:pt>
                <c:pt idx="94">
                  <c:v>-3.708</c:v>
                </c:pt>
                <c:pt idx="95">
                  <c:v>-3.685</c:v>
                </c:pt>
                <c:pt idx="96">
                  <c:v>-3.702</c:v>
                </c:pt>
                <c:pt idx="97">
                  <c:v>-3.837</c:v>
                </c:pt>
                <c:pt idx="98">
                  <c:v>-3.707</c:v>
                </c:pt>
                <c:pt idx="99">
                  <c:v>-3.774</c:v>
                </c:pt>
                <c:pt idx="100">
                  <c:v>-3.902</c:v>
                </c:pt>
                <c:pt idx="101">
                  <c:v>-3.836</c:v>
                </c:pt>
                <c:pt idx="102">
                  <c:v>-3.706</c:v>
                </c:pt>
                <c:pt idx="103">
                  <c:v>-3.691</c:v>
                </c:pt>
                <c:pt idx="104">
                  <c:v>-3.64</c:v>
                </c:pt>
                <c:pt idx="105">
                  <c:v>-3.583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-1"/>
          <c:min val="-4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faults that creep. By the end everyone writes a CUSUM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single year shocks you. Adding up the extras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1–2 caught spikes. Today: shifts and drifts.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mean 63.90, sd 1.97.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no single reading looks extreme against the whole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 = actual minus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CUSUM accumulates small deviations so a sustained change becomes a clear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alarm date is not onset.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measured in sigma of the leftovers from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CUSUM earns its keep on smaller faults: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after S was last zero is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h on purpose and write it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never breaches.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quotes -2.4 and -4.0; the data says -2.24 and -3.68.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Trailing windows warn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remove what you already know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checkpoint: Week 4 Day 3, method drafted.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the answer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W3D3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W3D3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3 · DAY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Slow Creep: Drift and CUSUM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Some faults never shout. Build a detector that keeps the receipts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three moves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3σ misses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amplifier's sneaky step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CUSUM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add up small leftovers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slope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battery ageing faster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 + project checkpoint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landlord's “small-small” increases add up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Illustration: ₦415k extra over 6 years. CUSUM keeps the receipts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shapes of trouble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reading way off, then back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shift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step to a new level that holds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slow lean: the slope changes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Amplifier temperature: a 3σ rule fires 0 times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Daily 3σ ceiling 69.8 °C, hottest day 68.15 °C: never crossed. The step from 12 May 2025 hides in the yearly swing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in: 30 days before vs after 12 May 2025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Against its neighbours it's a giant. Against the whole two years, a dwarf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65.20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°C average before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67.37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°C average after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6.9σ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jump vs local wobble (0.32)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1.1σ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jump vs whole series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take away what you already know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reading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drive + sun angle + ageing, learned from 2024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Leftovers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σ = 0.20 °C; after the step: +1.83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the CUSUM line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cusum(values, k):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S, out = 0, []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values: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 max(0, S + x - k)   # add leftover, minus slack, never below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Alarm when S goes above h. k = 0.5σ (slack), h = 5σ (evidence)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hand: k = 0.5, h = 2.0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605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Leftover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Day 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Day 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-0.2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Day 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+1.0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Day 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+1.2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Day 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Day 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+1.1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2.2  ← alarm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Change began day 4 (day after S was last 0). Alarm on day 7. Alarm date ≠ start date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knobs, set from σ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0.5σ = 0.10 °C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Slack: ordinary noise does not pile up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5σ = 1.02 °C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Decision limit: low = fast but noisy, high = calm but late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 on the real amplifier (watching from Jan 2025)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With the yearly swing removed, this step is big, so CUSUM fires on day one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 the day before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 on 12 May 2025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 (5σ)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days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delay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a +0.3 °C fault the point rule never sees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Leftovers: 0 hits above 3σ in 30 days</a:t>
            </a:r>
            <a:endParaRPr lang="en-US" sz="1800" dirty="0"/>
          </a:p>
        </p:txBody>
      </p:sp>
      <p:graphicFrame>
        <p:nvGraphicFramePr>
          <p:cNvPr id="5" name="left chart" descr=""/>
          <p:cNvGraphicFramePr/>
          <p:nvPr/>
        </p:nvGraphicFramePr>
        <p:xfrm>
          <a:off x="731520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ight card"/>
          <p:cNvSpPr/>
          <p:nvPr/>
        </p:nvSpPr>
        <p:spPr>
          <a:xfrm>
            <a:off x="6324448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98768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CUSUM: alarm 13 Feb, start traced to 10 Feb</a:t>
            </a:r>
            <a:endParaRPr lang="en-US" sz="1800" dirty="0"/>
          </a:p>
        </p:txBody>
      </p:sp>
      <p:graphicFrame>
        <p:nvGraphicFramePr>
          <p:cNvPr id="8" name="right chart" descr=""/>
          <p:cNvGraphicFramePr/>
          <p:nvPr/>
        </p:nvGraphicFramePr>
        <p:xfrm>
          <a:off x="6507328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h: fast and noisy, or calm and late?</a:t>
            </a:r>
            <a:endParaRPr lang="en-US" sz="32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False alarms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Caught after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day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5σ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8σ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10σ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Same practice fault, 404 calm days. After an alarm is checked: reset S to 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battery that's ageing faster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The satellite's inverter for every eclipse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capacity: a 95 Ah threshold fires 0 times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103.3 → 95.4 Ah, lowest 95.39. Use the week-04 file: the week-03 twin has no speed-up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lower. Faster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1.6× faster. No single day is unusual; the speed changed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speedometer: 90-day rolling slope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Crosses the −3.0 warning line on 2 May 2025: 31 days after the speed-up began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tool for each shape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point rule on the leftovers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shift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CUSUM on the leftovers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/ speed-up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rolling slope vs a warning 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· Checkpoint 2: data in hand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today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Unit head's reply; data loaded with .asfreq(); rows, range, gaps, duplicates; one honest plot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rules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Real NIGCOMSAT data stays on NIGCOMSAT systems (not Colab); no raw data on GitHub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A: CUSUM by hand, write the one line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B: catch the amplifier's step + a secret fault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C: find when the battery started ageing faster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Bonus: how noisy is a jumpy h?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 level shift can be huge locally yet invisible to a whole-series 3σ rule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CUSUM: S = max(0, S + leftover − k). Alarm date ≠ start date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Drift: watch the rolling slope, not the level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Scoring a Detector + Quiz 2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W3D3 · The Slow Creep: Drift and CUSUM</dc:title>
  <dc:subject>PptxGenJS Presentation</dc:subject>
  <dc:creator>Publica Academy</dc:creator>
  <cp:lastModifiedBy>Publica Academy</cp:lastModifiedBy>
  <cp:revision>1</cp:revision>
  <dcterms:created xsi:type="dcterms:W3CDTF">2026-10-29T17:06:48Z</dcterms:created>
  <dcterms:modified xsi:type="dcterms:W3CDTF">2026-10-29T17:06:48Z</dcterms:modified>
</cp:coreProperties>
</file>