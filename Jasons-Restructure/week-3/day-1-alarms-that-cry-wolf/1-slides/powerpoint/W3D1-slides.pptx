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array current (A)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Sheet1!$A$2:$A$337</c:f>
              <c:multiLvlStrCache>
                <c:ptCount val="336"/>
                <c:lvl>
                  <c:pt idx="0">
                    <c:v>20 Sep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>23 Sep</c:v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>26 Sep</c:v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>29 Sep</c:v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>2 Oct</c:v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</c:lvl>
              </c:multiLvlStrCache>
            </c:multiLvlStrRef>
          </c:cat>
          <c:val>
            <c:numRef>
              <c:f>Sheet1!$B$2:$B$337</c:f>
              <c:numCache>
                <c:formatCode>General</c:formatCode>
                <c:ptCount val="336"/>
                <c:pt idx="0">
                  <c:v>29.52</c:v>
                </c:pt>
                <c:pt idx="1">
                  <c:v>28.26</c:v>
                </c:pt>
                <c:pt idx="2">
                  <c:v>28.15</c:v>
                </c:pt>
                <c:pt idx="3">
                  <c:v>28.11</c:v>
                </c:pt>
                <c:pt idx="4">
                  <c:v>28.13</c:v>
                </c:pt>
                <c:pt idx="5">
                  <c:v>28.24</c:v>
                </c:pt>
                <c:pt idx="6">
                  <c:v>28.27</c:v>
                </c:pt>
                <c:pt idx="7">
                  <c:v>28.15</c:v>
                </c:pt>
                <c:pt idx="8">
                  <c:v>28.16</c:v>
                </c:pt>
                <c:pt idx="9">
                  <c:v>28.24</c:v>
                </c:pt>
                <c:pt idx="10">
                  <c:v>28.18</c:v>
                </c:pt>
                <c:pt idx="11">
                  <c:v>28.12</c:v>
                </c:pt>
                <c:pt idx="12">
                  <c:v>28.28</c:v>
                </c:pt>
                <c:pt idx="13">
                  <c:v>28.24</c:v>
                </c:pt>
                <c:pt idx="14">
                  <c:v>28.28</c:v>
                </c:pt>
                <c:pt idx="15">
                  <c:v>28.2</c:v>
                </c:pt>
                <c:pt idx="16">
                  <c:v>28.24</c:v>
                </c:pt>
                <c:pt idx="17">
                  <c:v>28.16</c:v>
                </c:pt>
                <c:pt idx="18">
                  <c:v>28.21</c:v>
                </c:pt>
                <c:pt idx="19">
                  <c:v>28.21</c:v>
                </c:pt>
                <c:pt idx="20">
                  <c:v>28.08</c:v>
                </c:pt>
                <c:pt idx="21">
                  <c:v>0.01</c:v>
                </c:pt>
                <c:pt idx="22">
                  <c:v>29.57</c:v>
                </c:pt>
                <c:pt idx="23">
                  <c:v>29.58</c:v>
                </c:pt>
                <c:pt idx="24">
                  <c:v>29.59</c:v>
                </c:pt>
                <c:pt idx="25">
                  <c:v>28.25</c:v>
                </c:pt>
                <c:pt idx="26">
                  <c:v>28.29</c:v>
                </c:pt>
                <c:pt idx="27">
                  <c:v>28.17</c:v>
                </c:pt>
                <c:pt idx="28">
                  <c:v>28.18</c:v>
                </c:pt>
                <c:pt idx="29">
                  <c:v>28.24</c:v>
                </c:pt>
                <c:pt idx="30">
                  <c:v>28.22</c:v>
                </c:pt>
                <c:pt idx="31">
                  <c:v>28.17</c:v>
                </c:pt>
                <c:pt idx="32">
                  <c:v>28.17</c:v>
                </c:pt>
                <c:pt idx="33">
                  <c:v>28.11</c:v>
                </c:pt>
                <c:pt idx="34">
                  <c:v>28.12</c:v>
                </c:pt>
                <c:pt idx="35">
                  <c:v>28.21</c:v>
                </c:pt>
                <c:pt idx="36">
                  <c:v>28.12</c:v>
                </c:pt>
                <c:pt idx="37">
                  <c:v>28.19</c:v>
                </c:pt>
                <c:pt idx="38">
                  <c:v>28.24</c:v>
                </c:pt>
                <c:pt idx="39">
                  <c:v>28.23</c:v>
                </c:pt>
                <c:pt idx="40">
                  <c:v>28.28</c:v>
                </c:pt>
                <c:pt idx="41">
                  <c:v>28.28</c:v>
                </c:pt>
                <c:pt idx="42">
                  <c:v>28.09</c:v>
                </c:pt>
                <c:pt idx="43">
                  <c:v>28.19</c:v>
                </c:pt>
                <c:pt idx="44">
                  <c:v>28.13</c:v>
                </c:pt>
                <c:pt idx="45">
                  <c:v>0.02</c:v>
                </c:pt>
                <c:pt idx="46">
                  <c:v>29.58</c:v>
                </c:pt>
                <c:pt idx="47">
                  <c:v>29.63</c:v>
                </c:pt>
                <c:pt idx="48">
                  <c:v>29.56</c:v>
                </c:pt>
                <c:pt idx="49">
                  <c:v>28.08</c:v>
                </c:pt>
                <c:pt idx="50">
                  <c:v>28.28</c:v>
                </c:pt>
                <c:pt idx="51">
                  <c:v>28.19</c:v>
                </c:pt>
                <c:pt idx="52">
                  <c:v>28.3</c:v>
                </c:pt>
                <c:pt idx="53">
                  <c:v>28.18</c:v>
                </c:pt>
                <c:pt idx="54">
                  <c:v>28.16</c:v>
                </c:pt>
                <c:pt idx="55">
                  <c:v>28.24</c:v>
                </c:pt>
                <c:pt idx="56">
                  <c:v>28.17</c:v>
                </c:pt>
                <c:pt idx="57">
                  <c:v>28.11</c:v>
                </c:pt>
                <c:pt idx="58">
                  <c:v>28.2</c:v>
                </c:pt>
                <c:pt idx="59">
                  <c:v>28.26</c:v>
                </c:pt>
                <c:pt idx="60">
                  <c:v>28.24</c:v>
                </c:pt>
                <c:pt idx="61">
                  <c:v>28.27</c:v>
                </c:pt>
                <c:pt idx="62">
                  <c:v>28.14</c:v>
                </c:pt>
                <c:pt idx="63">
                  <c:v>28.25</c:v>
                </c:pt>
                <c:pt idx="64">
                  <c:v>28.17</c:v>
                </c:pt>
                <c:pt idx="65">
                  <c:v>28.23</c:v>
                </c:pt>
                <c:pt idx="66">
                  <c:v>28.28</c:v>
                </c:pt>
                <c:pt idx="67">
                  <c:v>28.29</c:v>
                </c:pt>
                <c:pt idx="68">
                  <c:v>28.13</c:v>
                </c:pt>
                <c:pt idx="69">
                  <c:v>0.04</c:v>
                </c:pt>
                <c:pt idx="70">
                  <c:v>29.5</c:v>
                </c:pt>
                <c:pt idx="71">
                  <c:v>29.51</c:v>
                </c:pt>
                <c:pt idx="72">
                  <c:v>29.61</c:v>
                </c:pt>
                <c:pt idx="73">
                  <c:v>28.28</c:v>
                </c:pt>
                <c:pt idx="74">
                  <c:v>28.28</c:v>
                </c:pt>
                <c:pt idx="75">
                  <c:v>28.2</c:v>
                </c:pt>
                <c:pt idx="76">
                  <c:v>28.12</c:v>
                </c:pt>
                <c:pt idx="77">
                  <c:v>28.13</c:v>
                </c:pt>
                <c:pt idx="78">
                  <c:v>28.19</c:v>
                </c:pt>
                <c:pt idx="79">
                  <c:v>28.29</c:v>
                </c:pt>
                <c:pt idx="80">
                  <c:v>28.12</c:v>
                </c:pt>
                <c:pt idx="81">
                  <c:v>28.17</c:v>
                </c:pt>
                <c:pt idx="82">
                  <c:v>28.12</c:v>
                </c:pt>
                <c:pt idx="83">
                  <c:v>28.16</c:v>
                </c:pt>
                <c:pt idx="84">
                  <c:v>28.17</c:v>
                </c:pt>
                <c:pt idx="85">
                  <c:v>28.23</c:v>
                </c:pt>
                <c:pt idx="86">
                  <c:v>28.3</c:v>
                </c:pt>
                <c:pt idx="87">
                  <c:v>28.28</c:v>
                </c:pt>
                <c:pt idx="88">
                  <c:v>28.26</c:v>
                </c:pt>
                <c:pt idx="89">
                  <c:v>28.24</c:v>
                </c:pt>
                <c:pt idx="90">
                  <c:v>28.23</c:v>
                </c:pt>
                <c:pt idx="91">
                  <c:v>28.17</c:v>
                </c:pt>
                <c:pt idx="92">
                  <c:v>28.3</c:v>
                </c:pt>
                <c:pt idx="93">
                  <c:v>0.03</c:v>
                </c:pt>
                <c:pt idx="94">
                  <c:v>29.67</c:v>
                </c:pt>
                <c:pt idx="95">
                  <c:v>29.55</c:v>
                </c:pt>
                <c:pt idx="96">
                  <c:v>29.68</c:v>
                </c:pt>
                <c:pt idx="97">
                  <c:v>28.18</c:v>
                </c:pt>
                <c:pt idx="98">
                  <c:v>28.2</c:v>
                </c:pt>
                <c:pt idx="99">
                  <c:v>28.21</c:v>
                </c:pt>
                <c:pt idx="100">
                  <c:v>28.27</c:v>
                </c:pt>
                <c:pt idx="101">
                  <c:v>28.12</c:v>
                </c:pt>
                <c:pt idx="102">
                  <c:v>28.23</c:v>
                </c:pt>
                <c:pt idx="103">
                  <c:v>28.15</c:v>
                </c:pt>
                <c:pt idx="104">
                  <c:v>28.25</c:v>
                </c:pt>
                <c:pt idx="105">
                  <c:v>28.1</c:v>
                </c:pt>
                <c:pt idx="106">
                  <c:v>28.19</c:v>
                </c:pt>
                <c:pt idx="107">
                  <c:v>28.2</c:v>
                </c:pt>
                <c:pt idx="108">
                  <c:v>28.24</c:v>
                </c:pt>
                <c:pt idx="109">
                  <c:v>28.11</c:v>
                </c:pt>
                <c:pt idx="110">
                  <c:v>28.17</c:v>
                </c:pt>
                <c:pt idx="111">
                  <c:v>28.11</c:v>
                </c:pt>
                <c:pt idx="112">
                  <c:v>28.23</c:v>
                </c:pt>
                <c:pt idx="113">
                  <c:v>28.19</c:v>
                </c:pt>
                <c:pt idx="114">
                  <c:v>28.24</c:v>
                </c:pt>
                <c:pt idx="115">
                  <c:v>28.14</c:v>
                </c:pt>
                <c:pt idx="116">
                  <c:v>28.28</c:v>
                </c:pt>
                <c:pt idx="117">
                  <c:v>0.05</c:v>
                </c:pt>
                <c:pt idx="118">
                  <c:v>29.53</c:v>
                </c:pt>
                <c:pt idx="119">
                  <c:v>29.69</c:v>
                </c:pt>
                <c:pt idx="120">
                  <c:v>29.61</c:v>
                </c:pt>
                <c:pt idx="121">
                  <c:v>28.16</c:v>
                </c:pt>
                <c:pt idx="122">
                  <c:v>28.31</c:v>
                </c:pt>
                <c:pt idx="123">
                  <c:v>28.31</c:v>
                </c:pt>
                <c:pt idx="124">
                  <c:v>28.25</c:v>
                </c:pt>
                <c:pt idx="125">
                  <c:v>28.23</c:v>
                </c:pt>
                <c:pt idx="126">
                  <c:v>28.13</c:v>
                </c:pt>
                <c:pt idx="127">
                  <c:v>28.31</c:v>
                </c:pt>
                <c:pt idx="128">
                  <c:v>28.12</c:v>
                </c:pt>
                <c:pt idx="129">
                  <c:v>28.1</c:v>
                </c:pt>
                <c:pt idx="130">
                  <c:v>28.31</c:v>
                </c:pt>
                <c:pt idx="131">
                  <c:v>28.31</c:v>
                </c:pt>
                <c:pt idx="132">
                  <c:v>28.17</c:v>
                </c:pt>
                <c:pt idx="133">
                  <c:v>28.19</c:v>
                </c:pt>
                <c:pt idx="134">
                  <c:v>28.27</c:v>
                </c:pt>
                <c:pt idx="135">
                  <c:v>28.13</c:v>
                </c:pt>
                <c:pt idx="136">
                  <c:v>28.11</c:v>
                </c:pt>
                <c:pt idx="137">
                  <c:v>28.26</c:v>
                </c:pt>
                <c:pt idx="138">
                  <c:v>28.11</c:v>
                </c:pt>
                <c:pt idx="139">
                  <c:v>28.11</c:v>
                </c:pt>
                <c:pt idx="140">
                  <c:v>28.1</c:v>
                </c:pt>
                <c:pt idx="141">
                  <c:v>0.04</c:v>
                </c:pt>
                <c:pt idx="142">
                  <c:v>29.58</c:v>
                </c:pt>
                <c:pt idx="143">
                  <c:v>29.53</c:v>
                </c:pt>
                <c:pt idx="144">
                  <c:v>29.53</c:v>
                </c:pt>
                <c:pt idx="145">
                  <c:v>28.29</c:v>
                </c:pt>
                <c:pt idx="146">
                  <c:v>28.15</c:v>
                </c:pt>
                <c:pt idx="147">
                  <c:v>28.13</c:v>
                </c:pt>
                <c:pt idx="148">
                  <c:v>28.31</c:v>
                </c:pt>
                <c:pt idx="149">
                  <c:v>28.16</c:v>
                </c:pt>
                <c:pt idx="150">
                  <c:v>28.12</c:v>
                </c:pt>
                <c:pt idx="151">
                  <c:v>28.27</c:v>
                </c:pt>
                <c:pt idx="152">
                  <c:v>28.29</c:v>
                </c:pt>
                <c:pt idx="153">
                  <c:v>28.31</c:v>
                </c:pt>
                <c:pt idx="154">
                  <c:v>28.28</c:v>
                </c:pt>
                <c:pt idx="155">
                  <c:v>28.29</c:v>
                </c:pt>
                <c:pt idx="156">
                  <c:v>28.23</c:v>
                </c:pt>
                <c:pt idx="157">
                  <c:v>28.25</c:v>
                </c:pt>
                <c:pt idx="158">
                  <c:v>28.32</c:v>
                </c:pt>
                <c:pt idx="159">
                  <c:v>28.18</c:v>
                </c:pt>
                <c:pt idx="160">
                  <c:v>28.14</c:v>
                </c:pt>
                <c:pt idx="161">
                  <c:v>28.25</c:v>
                </c:pt>
                <c:pt idx="162">
                  <c:v>28.25</c:v>
                </c:pt>
                <c:pt idx="163">
                  <c:v>28.17</c:v>
                </c:pt>
                <c:pt idx="164">
                  <c:v>28.2</c:v>
                </c:pt>
                <c:pt idx="165">
                  <c:v>0.05</c:v>
                </c:pt>
                <c:pt idx="166">
                  <c:v>29.56</c:v>
                </c:pt>
                <c:pt idx="167">
                  <c:v>29.69</c:v>
                </c:pt>
                <c:pt idx="168">
                  <c:v>29.71</c:v>
                </c:pt>
                <c:pt idx="169">
                  <c:v>28.27</c:v>
                </c:pt>
                <c:pt idx="170">
                  <c:v>28.17</c:v>
                </c:pt>
                <c:pt idx="171">
                  <c:v>28.11</c:v>
                </c:pt>
                <c:pt idx="172">
                  <c:v>28.28</c:v>
                </c:pt>
                <c:pt idx="173">
                  <c:v>28.18</c:v>
                </c:pt>
                <c:pt idx="174">
                  <c:v>28.13</c:v>
                </c:pt>
                <c:pt idx="175">
                  <c:v>28.21</c:v>
                </c:pt>
                <c:pt idx="176">
                  <c:v>28.11</c:v>
                </c:pt>
                <c:pt idx="177">
                  <c:v>28.3</c:v>
                </c:pt>
                <c:pt idx="178">
                  <c:v>28.13</c:v>
                </c:pt>
                <c:pt idx="179">
                  <c:v>28.22</c:v>
                </c:pt>
                <c:pt idx="180">
                  <c:v>28.16</c:v>
                </c:pt>
                <c:pt idx="181">
                  <c:v>28.17</c:v>
                </c:pt>
                <c:pt idx="182">
                  <c:v>28.3</c:v>
                </c:pt>
                <c:pt idx="183">
                  <c:v>28.3</c:v>
                </c:pt>
                <c:pt idx="184">
                  <c:v>28.15</c:v>
                </c:pt>
                <c:pt idx="185">
                  <c:v>28.29</c:v>
                </c:pt>
                <c:pt idx="186">
                  <c:v>28.11</c:v>
                </c:pt>
                <c:pt idx="187">
                  <c:v>28.3</c:v>
                </c:pt>
                <c:pt idx="188">
                  <c:v>28.28</c:v>
                </c:pt>
                <c:pt idx="189">
                  <c:v>0.02</c:v>
                </c:pt>
                <c:pt idx="190">
                  <c:v>29.59</c:v>
                </c:pt>
                <c:pt idx="191">
                  <c:v>29.72</c:v>
                </c:pt>
                <c:pt idx="192">
                  <c:v>29.58</c:v>
                </c:pt>
                <c:pt idx="193">
                  <c:v>28.23</c:v>
                </c:pt>
                <c:pt idx="194">
                  <c:v>28.32</c:v>
                </c:pt>
                <c:pt idx="195">
                  <c:v>28.17</c:v>
                </c:pt>
                <c:pt idx="196">
                  <c:v>28.33</c:v>
                </c:pt>
                <c:pt idx="197">
                  <c:v>28.18</c:v>
                </c:pt>
                <c:pt idx="198">
                  <c:v>28.26</c:v>
                </c:pt>
                <c:pt idx="199">
                  <c:v>28.12</c:v>
                </c:pt>
                <c:pt idx="200">
                  <c:v>28.14</c:v>
                </c:pt>
                <c:pt idx="201">
                  <c:v>28.29</c:v>
                </c:pt>
                <c:pt idx="202">
                  <c:v>28.23</c:v>
                </c:pt>
                <c:pt idx="203">
                  <c:v>28.18</c:v>
                </c:pt>
                <c:pt idx="204">
                  <c:v>28.22</c:v>
                </c:pt>
                <c:pt idx="205">
                  <c:v>28.17</c:v>
                </c:pt>
                <c:pt idx="206">
                  <c:v>15.51</c:v>
                </c:pt>
                <c:pt idx="207">
                  <c:v>15.47</c:v>
                </c:pt>
                <c:pt idx="208">
                  <c:v>28.27</c:v>
                </c:pt>
                <c:pt idx="209">
                  <c:v>28.22</c:v>
                </c:pt>
                <c:pt idx="210">
                  <c:v>28.3</c:v>
                </c:pt>
                <c:pt idx="211">
                  <c:v>28.23</c:v>
                </c:pt>
                <c:pt idx="212">
                  <c:v>28.28</c:v>
                </c:pt>
                <c:pt idx="213">
                  <c:v>0</c:v>
                </c:pt>
                <c:pt idx="214">
                  <c:v>29.64</c:v>
                </c:pt>
                <c:pt idx="215">
                  <c:v>29.67</c:v>
                </c:pt>
                <c:pt idx="216">
                  <c:v>29.72</c:v>
                </c:pt>
                <c:pt idx="217">
                  <c:v>28.29</c:v>
                </c:pt>
                <c:pt idx="218">
                  <c:v>28.15</c:v>
                </c:pt>
                <c:pt idx="219">
                  <c:v>28.19</c:v>
                </c:pt>
                <c:pt idx="220">
                  <c:v>28.17</c:v>
                </c:pt>
                <c:pt idx="221">
                  <c:v>28.26</c:v>
                </c:pt>
                <c:pt idx="222">
                  <c:v>28.14</c:v>
                </c:pt>
                <c:pt idx="223">
                  <c:v>28.29</c:v>
                </c:pt>
                <c:pt idx="224">
                  <c:v>28.17</c:v>
                </c:pt>
                <c:pt idx="225">
                  <c:v>28.27</c:v>
                </c:pt>
                <c:pt idx="226">
                  <c:v>28.26</c:v>
                </c:pt>
                <c:pt idx="227">
                  <c:v>28.3</c:v>
                </c:pt>
                <c:pt idx="228">
                  <c:v>28.21</c:v>
                </c:pt>
                <c:pt idx="229">
                  <c:v>28.33</c:v>
                </c:pt>
                <c:pt idx="230">
                  <c:v>28.25</c:v>
                </c:pt>
                <c:pt idx="231">
                  <c:v>28.31</c:v>
                </c:pt>
                <c:pt idx="232">
                  <c:v>28.3</c:v>
                </c:pt>
                <c:pt idx="233">
                  <c:v>28.18</c:v>
                </c:pt>
                <c:pt idx="234">
                  <c:v>28.16</c:v>
                </c:pt>
                <c:pt idx="235">
                  <c:v>28.33</c:v>
                </c:pt>
                <c:pt idx="236">
                  <c:v>28.18</c:v>
                </c:pt>
                <c:pt idx="237">
                  <c:v>0.03</c:v>
                </c:pt>
                <c:pt idx="238">
                  <c:v>29.73</c:v>
                </c:pt>
                <c:pt idx="239">
                  <c:v>29.63</c:v>
                </c:pt>
                <c:pt idx="240">
                  <c:v>29.68</c:v>
                </c:pt>
                <c:pt idx="241">
                  <c:v>28.16</c:v>
                </c:pt>
                <c:pt idx="242">
                  <c:v>28.13</c:v>
                </c:pt>
                <c:pt idx="243">
                  <c:v>28.32</c:v>
                </c:pt>
                <c:pt idx="244">
                  <c:v>28.15</c:v>
                </c:pt>
                <c:pt idx="245">
                  <c:v>28.28</c:v>
                </c:pt>
                <c:pt idx="246">
                  <c:v>28.26</c:v>
                </c:pt>
                <c:pt idx="247">
                  <c:v>28.12</c:v>
                </c:pt>
                <c:pt idx="248">
                  <c:v>28.25</c:v>
                </c:pt>
                <c:pt idx="249">
                  <c:v>28.3</c:v>
                </c:pt>
                <c:pt idx="250">
                  <c:v>28.18</c:v>
                </c:pt>
                <c:pt idx="251">
                  <c:v>28.31</c:v>
                </c:pt>
                <c:pt idx="252">
                  <c:v>28.17</c:v>
                </c:pt>
                <c:pt idx="253">
                  <c:v>28.16</c:v>
                </c:pt>
                <c:pt idx="254">
                  <c:v>28.21</c:v>
                </c:pt>
                <c:pt idx="255">
                  <c:v>28.28</c:v>
                </c:pt>
                <c:pt idx="256">
                  <c:v>28.2</c:v>
                </c:pt>
                <c:pt idx="257">
                  <c:v>28.25</c:v>
                </c:pt>
                <c:pt idx="258">
                  <c:v>28.25</c:v>
                </c:pt>
                <c:pt idx="259">
                  <c:v>28.26</c:v>
                </c:pt>
                <c:pt idx="260">
                  <c:v>28.29</c:v>
                </c:pt>
                <c:pt idx="261">
                  <c:v>0.02</c:v>
                </c:pt>
                <c:pt idx="262">
                  <c:v>29.61</c:v>
                </c:pt>
                <c:pt idx="263">
                  <c:v>29.57</c:v>
                </c:pt>
                <c:pt idx="264">
                  <c:v>29.69</c:v>
                </c:pt>
                <c:pt idx="265">
                  <c:v>28.29</c:v>
                </c:pt>
                <c:pt idx="266">
                  <c:v>28.21</c:v>
                </c:pt>
                <c:pt idx="267">
                  <c:v>28.13</c:v>
                </c:pt>
                <c:pt idx="268">
                  <c:v>28.2</c:v>
                </c:pt>
                <c:pt idx="269">
                  <c:v>28.34</c:v>
                </c:pt>
                <c:pt idx="270">
                  <c:v>28.21</c:v>
                </c:pt>
                <c:pt idx="271">
                  <c:v>28.29</c:v>
                </c:pt>
                <c:pt idx="272">
                  <c:v>28.34</c:v>
                </c:pt>
                <c:pt idx="273">
                  <c:v>28.24</c:v>
                </c:pt>
                <c:pt idx="274">
                  <c:v>28.14</c:v>
                </c:pt>
                <c:pt idx="275">
                  <c:v>28.15</c:v>
                </c:pt>
                <c:pt idx="276">
                  <c:v>28.24</c:v>
                </c:pt>
                <c:pt idx="277">
                  <c:v>28.29</c:v>
                </c:pt>
                <c:pt idx="278">
                  <c:v>28.24</c:v>
                </c:pt>
                <c:pt idx="279">
                  <c:v>28.21</c:v>
                </c:pt>
                <c:pt idx="280">
                  <c:v>28.34</c:v>
                </c:pt>
                <c:pt idx="281">
                  <c:v>28.26</c:v>
                </c:pt>
                <c:pt idx="282">
                  <c:v>28.26</c:v>
                </c:pt>
                <c:pt idx="283">
                  <c:v>28.29</c:v>
                </c:pt>
                <c:pt idx="284">
                  <c:v>28.29</c:v>
                </c:pt>
                <c:pt idx="285">
                  <c:v>0.02</c:v>
                </c:pt>
                <c:pt idx="286">
                  <c:v>29.69</c:v>
                </c:pt>
                <c:pt idx="287">
                  <c:v>29.67</c:v>
                </c:pt>
                <c:pt idx="288">
                  <c:v>29.58</c:v>
                </c:pt>
                <c:pt idx="289">
                  <c:v>28.23</c:v>
                </c:pt>
                <c:pt idx="290">
                  <c:v>28.18</c:v>
                </c:pt>
                <c:pt idx="291">
                  <c:v>28.25</c:v>
                </c:pt>
                <c:pt idx="292">
                  <c:v>28.19</c:v>
                </c:pt>
                <c:pt idx="293">
                  <c:v>28.16</c:v>
                </c:pt>
                <c:pt idx="294">
                  <c:v>28.2</c:v>
                </c:pt>
                <c:pt idx="295">
                  <c:v>28.22</c:v>
                </c:pt>
                <c:pt idx="296">
                  <c:v>28.24</c:v>
                </c:pt>
                <c:pt idx="297">
                  <c:v>28.22</c:v>
                </c:pt>
                <c:pt idx="298">
                  <c:v>28.17</c:v>
                </c:pt>
                <c:pt idx="299">
                  <c:v>28.24</c:v>
                </c:pt>
                <c:pt idx="300">
                  <c:v>28.24</c:v>
                </c:pt>
                <c:pt idx="301">
                  <c:v>28.3</c:v>
                </c:pt>
                <c:pt idx="302">
                  <c:v>28.25</c:v>
                </c:pt>
                <c:pt idx="303">
                  <c:v>28.34</c:v>
                </c:pt>
                <c:pt idx="304">
                  <c:v>28.29</c:v>
                </c:pt>
                <c:pt idx="305">
                  <c:v>28.27</c:v>
                </c:pt>
                <c:pt idx="306">
                  <c:v>28.29</c:v>
                </c:pt>
                <c:pt idx="307">
                  <c:v>28.3</c:v>
                </c:pt>
                <c:pt idx="308">
                  <c:v>28.21</c:v>
                </c:pt>
                <c:pt idx="309">
                  <c:v>0</c:v>
                </c:pt>
                <c:pt idx="310">
                  <c:v>29.54</c:v>
                </c:pt>
                <c:pt idx="311">
                  <c:v>29.65</c:v>
                </c:pt>
                <c:pt idx="312">
                  <c:v>29.68</c:v>
                </c:pt>
                <c:pt idx="313">
                  <c:v>28.27</c:v>
                </c:pt>
                <c:pt idx="314">
                  <c:v>28.15</c:v>
                </c:pt>
                <c:pt idx="315">
                  <c:v>28.35</c:v>
                </c:pt>
                <c:pt idx="316">
                  <c:v>28.22</c:v>
                </c:pt>
                <c:pt idx="317">
                  <c:v>28.32</c:v>
                </c:pt>
                <c:pt idx="318">
                  <c:v>28.32</c:v>
                </c:pt>
                <c:pt idx="319">
                  <c:v>28.16</c:v>
                </c:pt>
                <c:pt idx="320">
                  <c:v>28.3</c:v>
                </c:pt>
                <c:pt idx="321">
                  <c:v>28.18</c:v>
                </c:pt>
                <c:pt idx="322">
                  <c:v>28.29</c:v>
                </c:pt>
                <c:pt idx="323">
                  <c:v>28.2</c:v>
                </c:pt>
                <c:pt idx="324">
                  <c:v>28.14</c:v>
                </c:pt>
                <c:pt idx="325">
                  <c:v>28.26</c:v>
                </c:pt>
                <c:pt idx="326">
                  <c:v>28.32</c:v>
                </c:pt>
                <c:pt idx="327">
                  <c:v>28.19</c:v>
                </c:pt>
                <c:pt idx="328">
                  <c:v>28.21</c:v>
                </c:pt>
                <c:pt idx="329">
                  <c:v>28.16</c:v>
                </c:pt>
                <c:pt idx="330">
                  <c:v>28.25</c:v>
                </c:pt>
                <c:pt idx="331">
                  <c:v>28.19</c:v>
                </c:pt>
                <c:pt idx="332">
                  <c:v>28.35</c:v>
                </c:pt>
                <c:pt idx="333">
                  <c:v>0.02</c:v>
                </c:pt>
                <c:pt idx="334">
                  <c:v>29.61</c:v>
                </c:pt>
                <c:pt idx="335">
                  <c:v>29.7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4"/>
      </c:catAx>
      <c:valAx>
        <c:axId val="2094734552"/>
        <c:scaling>
          <c:orientation val="minMax"/>
          <c:max val="31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anomaly-detection half. Today: the alarms we already have, why they cry wolf, and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history from the fact sheet. Our data is synthetic, the stakes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a threshold is a model (True).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trick buys quiet and can make you blind.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it of every limit in your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 physics, every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alarm technically correct, operationally useless. SoC &lt; 82% fires 18 times, all eclipse.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alarms in your unit does everyone ignore?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Conditioning on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remaining 4 are the same solar-array dropout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 needs context. Day 2 builds it properly. Original says sigma ≈ 0.06; data says 0.59.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margin below 0 dB = down. Rain alone is not a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Persistence buys quiet by going blind.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don't feed uplink_power_dbm to the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degradation. Days 2 and 3 fix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W3D1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W3D1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3 · DAY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Alarms That Cry Wolf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From today we ask: when is a reading wrong?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mission: three moves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your alarm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fixed limit is already a model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cry wolf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46 eclipse nights, all alarms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context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same limit, 4 alarms, all real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2008: NigComSat-1 goes silent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Solar-array anomaly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not enough power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lost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about four years without one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array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today's main character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alarm you already have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A fixed limit is already a model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NOC already does anomaly detection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reading &lt; limit: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raise_alarm()        # this is a model!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It has a rule, it has a number, and it can be wrong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tricks alarm software already knows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&amp; red limits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warning first, then alarm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413684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779444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68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79444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79444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alarm only if bad for N readings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78728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6644488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2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44488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Hysteresis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4488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 at one level, off at another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143771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9509531" y="210312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55" y="229514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09531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State-based limits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509531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different normal per mode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did that number come from?”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answers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vendor manual. The old satellite. Oga set it. Nobody knows.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answers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Design margin with a reason. Mean ± 3σ of normal data. Reviewed every season.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cry wolf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Eclipse season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night at 21:00 UTC the satellite runs on battery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46 eclipse hours, 1 Sep to 16 Oct: the satellite's own 'NEPA took light'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current below 20 A: 50 alarms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vendor floor, on all 120 days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alarms in total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normal eclipse nights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real dropouts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of alarms are real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fatigue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wolves = no shepherd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car alarm that goes off for every keke: when the real thief comes, nobody moves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add context, don't widen the limit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too_low = bus["solar_array_current_a"] &lt; 20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sunlit  = bus["eclipse_flag"] ==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smart_alarm = too_low &amp; sunlit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50 alarms  -&gt;  4 alarms, all real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Ask 'which mode is the satellite in?' before checking the limit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temp above 22 °C: same trap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Recharging warms the pack for an hour after each eclipse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alarms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hour after eclipse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left after context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the limit be?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Let the data choose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faults you want to catch widen your own limits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sunlit hours: σ = 0.59 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Band 26.43–29.99 A catches exactly the 4 dropouts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hours only: σ = 0.17 A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Band 27.65–28.66 A: 143 alarms, 138 normal recharge hours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Raining is not the same as link down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August: 56 rainy hours, 12 real outages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alarms: 3σ from all hours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of them real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alarms: 3σ from dry hours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of them real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persistence trick, tested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“Only alarm after 2 hours” catches 0 of 12 outages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Every August outage lasted exactly one hour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Uplink power is a reaction to rain: it leaks the answer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rain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cause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fades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C/N drops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control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41.2 → 44.1 dBm (r = 0.97)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shapes of trouble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limit catches it, with context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shift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+2.2 °C: fixed limit fires 0 times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103 → 95.4 Ah: a 95 Ah limit fires 0 times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W3D1-exercise in Colab and save a copy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A: count the wolves, add context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B: let the data choose the limit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C: rain, delays, leaks and the 3 shapes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 limit is a model: ask where every number came from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Add context, don't widen: eclipse, recharge and rain are normal states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Fixed limits catch spikes, not level shifts or slow drift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Control Charts and Residuals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W3D1 · Alarms That Cry Wolf</dc:title>
  <dc:subject>PptxGenJS Presentation</dc:subject>
  <dc:creator>Publica Academy</dc:creator>
  <cp:lastModifiedBy>Publica Academy</cp:lastModifiedBy>
  <cp:revision>1</cp:revision>
  <dcterms:created xsi:type="dcterms:W3CDTF">2026-10-29T17:06:22Z</dcterms:created>
  <dcterms:modified xsi:type="dcterms:W3CDTF">2026-10-29T17:06:22Z</dcterms:modified>
</cp:coreProperties>
</file>