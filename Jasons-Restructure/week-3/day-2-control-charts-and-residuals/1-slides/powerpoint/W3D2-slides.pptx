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minimum (A)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1 Sep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15 Sep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1 Oct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15 Oct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1 Nov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>15 Nov</c:v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27.69</c:v>
                </c:pt>
                <c:pt idx="1">
                  <c:v>27.72</c:v>
                </c:pt>
                <c:pt idx="2">
                  <c:v>27.72</c:v>
                </c:pt>
                <c:pt idx="3">
                  <c:v>27.72</c:v>
                </c:pt>
                <c:pt idx="4">
                  <c:v>27.73</c:v>
                </c:pt>
                <c:pt idx="5">
                  <c:v>27.75</c:v>
                </c:pt>
                <c:pt idx="6">
                  <c:v>27.75</c:v>
                </c:pt>
                <c:pt idx="7">
                  <c:v>27.78</c:v>
                </c:pt>
                <c:pt idx="8">
                  <c:v>27.77</c:v>
                </c:pt>
                <c:pt idx="9">
                  <c:v>27.8</c:v>
                </c:pt>
                <c:pt idx="10">
                  <c:v>27.78</c:v>
                </c:pt>
                <c:pt idx="11">
                  <c:v>27.79</c:v>
                </c:pt>
                <c:pt idx="12">
                  <c:v>27.8</c:v>
                </c:pt>
                <c:pt idx="13">
                  <c:v>27.82</c:v>
                </c:pt>
                <c:pt idx="14">
                  <c:v>27.82</c:v>
                </c:pt>
                <c:pt idx="15">
                  <c:v>27.83</c:v>
                </c:pt>
                <c:pt idx="16">
                  <c:v>27.83</c:v>
                </c:pt>
                <c:pt idx="17">
                  <c:v>15.34</c:v>
                </c:pt>
                <c:pt idx="18">
                  <c:v>27.85</c:v>
                </c:pt>
                <c:pt idx="19">
                  <c:v>27.86</c:v>
                </c:pt>
                <c:pt idx="20">
                  <c:v>27.87</c:v>
                </c:pt>
                <c:pt idx="21">
                  <c:v>27.87</c:v>
                </c:pt>
                <c:pt idx="22">
                  <c:v>27.88</c:v>
                </c:pt>
                <c:pt idx="23">
                  <c:v>27.9</c:v>
                </c:pt>
                <c:pt idx="24">
                  <c:v>27.91</c:v>
                </c:pt>
                <c:pt idx="25">
                  <c:v>27.91</c:v>
                </c:pt>
                <c:pt idx="26">
                  <c:v>27.91</c:v>
                </c:pt>
                <c:pt idx="27">
                  <c:v>27.93</c:v>
                </c:pt>
                <c:pt idx="28">
                  <c:v>27.93</c:v>
                </c:pt>
                <c:pt idx="29">
                  <c:v>27.95</c:v>
                </c:pt>
                <c:pt idx="30">
                  <c:v>27.95</c:v>
                </c:pt>
                <c:pt idx="31">
                  <c:v>27.95</c:v>
                </c:pt>
                <c:pt idx="32">
                  <c:v>27.96</c:v>
                </c:pt>
                <c:pt idx="33">
                  <c:v>27.96</c:v>
                </c:pt>
                <c:pt idx="34">
                  <c:v>27.97</c:v>
                </c:pt>
                <c:pt idx="35">
                  <c:v>27.98</c:v>
                </c:pt>
                <c:pt idx="36">
                  <c:v>28</c:v>
                </c:pt>
                <c:pt idx="37">
                  <c:v>27.99</c:v>
                </c:pt>
                <c:pt idx="38">
                  <c:v>28</c:v>
                </c:pt>
                <c:pt idx="39">
                  <c:v>28.01</c:v>
                </c:pt>
                <c:pt idx="40">
                  <c:v>28.02</c:v>
                </c:pt>
                <c:pt idx="41">
                  <c:v>28.02</c:v>
                </c:pt>
                <c:pt idx="42">
                  <c:v>28.02</c:v>
                </c:pt>
                <c:pt idx="43">
                  <c:v>28.03</c:v>
                </c:pt>
                <c:pt idx="44">
                  <c:v>28.04</c:v>
                </c:pt>
                <c:pt idx="45">
                  <c:v>28.04</c:v>
                </c:pt>
                <c:pt idx="46">
                  <c:v>28.05</c:v>
                </c:pt>
                <c:pt idx="47">
                  <c:v>28.06</c:v>
                </c:pt>
                <c:pt idx="48">
                  <c:v>28.07</c:v>
                </c:pt>
                <c:pt idx="49">
                  <c:v>28.09</c:v>
                </c:pt>
                <c:pt idx="50">
                  <c:v>28.08</c:v>
                </c:pt>
                <c:pt idx="51">
                  <c:v>28.09</c:v>
                </c:pt>
                <c:pt idx="52">
                  <c:v>28.08</c:v>
                </c:pt>
                <c:pt idx="53">
                  <c:v>28.12</c:v>
                </c:pt>
                <c:pt idx="54">
                  <c:v>28.1</c:v>
                </c:pt>
                <c:pt idx="55">
                  <c:v>28.1</c:v>
                </c:pt>
                <c:pt idx="56">
                  <c:v>28.12</c:v>
                </c:pt>
                <c:pt idx="57">
                  <c:v>28.11</c:v>
                </c:pt>
                <c:pt idx="58">
                  <c:v>15.47</c:v>
                </c:pt>
                <c:pt idx="59">
                  <c:v>28.14</c:v>
                </c:pt>
                <c:pt idx="60">
                  <c:v>28.12</c:v>
                </c:pt>
                <c:pt idx="61">
                  <c:v>28.13</c:v>
                </c:pt>
                <c:pt idx="62">
                  <c:v>28.16</c:v>
                </c:pt>
                <c:pt idx="63">
                  <c:v>28.14</c:v>
                </c:pt>
                <c:pt idx="64">
                  <c:v>28.14</c:v>
                </c:pt>
                <c:pt idx="65">
                  <c:v>28.16</c:v>
                </c:pt>
                <c:pt idx="66">
                  <c:v>28.15</c:v>
                </c:pt>
                <c:pt idx="67">
                  <c:v>28.16</c:v>
                </c:pt>
                <c:pt idx="68">
                  <c:v>28.16</c:v>
                </c:pt>
                <c:pt idx="69">
                  <c:v>28.16</c:v>
                </c:pt>
                <c:pt idx="70">
                  <c:v>28.17</c:v>
                </c:pt>
                <c:pt idx="71">
                  <c:v>28.18</c:v>
                </c:pt>
                <c:pt idx="72">
                  <c:v>28.18</c:v>
                </c:pt>
                <c:pt idx="73">
                  <c:v>28.21</c:v>
                </c:pt>
                <c:pt idx="74">
                  <c:v>28.17</c:v>
                </c:pt>
                <c:pt idx="75">
                  <c:v>28.17</c:v>
                </c:pt>
                <c:pt idx="76">
                  <c:v>28.18</c:v>
                </c:pt>
                <c:pt idx="77">
                  <c:v>28.19</c:v>
                </c:pt>
                <c:pt idx="78">
                  <c:v>28.18</c:v>
                </c:pt>
                <c:pt idx="79">
                  <c:v>28.18</c:v>
                </c:pt>
                <c:pt idx="80">
                  <c:v>28.19</c:v>
                </c:pt>
                <c:pt idx="81">
                  <c:v>28.2</c:v>
                </c:pt>
                <c:pt idx="82">
                  <c:v>28.19</c:v>
                </c:pt>
                <c:pt idx="83">
                  <c:v>28.19</c:v>
                </c:pt>
                <c:pt idx="84">
                  <c:v>28.19</c:v>
                </c:pt>
                <c:pt idx="85">
                  <c:v>28.19</c:v>
                </c:pt>
                <c:pt idx="86">
                  <c:v>28.2</c:v>
                </c:pt>
                <c:pt idx="87">
                  <c:v>28.19</c:v>
                </c:pt>
                <c:pt idx="88">
                  <c:v>28.2</c:v>
                </c:pt>
                <c:pt idx="89">
                  <c:v>28.2</c:v>
                </c:pt>
                <c:pt idx="90">
                  <c:v>28.2</c:v>
                </c:pt>
                <c:pt idx="91">
                  <c:v>15.54</c:v>
                </c:pt>
                <c:pt idx="92">
                  <c:v>28.19</c:v>
                </c:pt>
                <c:pt idx="93">
                  <c:v>28.19</c:v>
                </c:pt>
                <c:pt idx="94">
                  <c:v>28.2</c:v>
                </c:pt>
                <c:pt idx="95">
                  <c:v>28.19</c:v>
                </c:pt>
                <c:pt idx="96">
                  <c:v>28.2</c:v>
                </c:pt>
                <c:pt idx="97">
                  <c:v>28.19</c:v>
                </c:pt>
                <c:pt idx="98">
                  <c:v>28.19</c:v>
                </c:pt>
                <c:pt idx="99">
                  <c:v>28.2</c:v>
                </c:pt>
                <c:pt idx="100">
                  <c:v>28.19</c:v>
                </c:pt>
                <c:pt idx="101">
                  <c:v>28.18</c:v>
                </c:pt>
                <c:pt idx="102">
                  <c:v>28.18</c:v>
                </c:pt>
                <c:pt idx="103">
                  <c:v>28.21</c:v>
                </c:pt>
                <c:pt idx="104">
                  <c:v>28.18</c:v>
                </c:pt>
                <c:pt idx="105">
                  <c:v>28.19</c:v>
                </c:pt>
                <c:pt idx="106">
                  <c:v>28.18</c:v>
                </c:pt>
                <c:pt idx="107">
                  <c:v>28.17</c:v>
                </c:pt>
                <c:pt idx="108">
                  <c:v>28.17</c:v>
                </c:pt>
                <c:pt idx="109">
                  <c:v>28.17</c:v>
                </c:pt>
                <c:pt idx="110">
                  <c:v>28.16</c:v>
                </c:pt>
                <c:pt idx="111">
                  <c:v>28.18</c:v>
                </c:pt>
                <c:pt idx="112">
                  <c:v>28.16</c:v>
                </c:pt>
                <c:pt idx="113">
                  <c:v>28.16</c:v>
                </c:pt>
                <c:pt idx="114">
                  <c:v>28.16</c:v>
                </c:pt>
                <c:pt idx="115">
                  <c:v>28.16</c:v>
                </c:pt>
                <c:pt idx="116">
                  <c:v>28.15</c:v>
                </c:pt>
                <c:pt idx="117">
                  <c:v>28.15</c:v>
                </c:pt>
                <c:pt idx="118">
                  <c:v>28.15</c:v>
                </c:pt>
                <c:pt idx="119">
                  <c:v>28.13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LCL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1 Sep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15 Sep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1 Oct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15 Oct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1 Nov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>15 Nov</c:v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27.65</c:v>
                </c:pt>
                <c:pt idx="1">
                  <c:v>27.65</c:v>
                </c:pt>
                <c:pt idx="2">
                  <c:v>27.65</c:v>
                </c:pt>
                <c:pt idx="3">
                  <c:v>27.65</c:v>
                </c:pt>
                <c:pt idx="4">
                  <c:v>27.65</c:v>
                </c:pt>
                <c:pt idx="5">
                  <c:v>27.65</c:v>
                </c:pt>
                <c:pt idx="6">
                  <c:v>27.65</c:v>
                </c:pt>
                <c:pt idx="7">
                  <c:v>27.65</c:v>
                </c:pt>
                <c:pt idx="8">
                  <c:v>27.65</c:v>
                </c:pt>
                <c:pt idx="9">
                  <c:v>27.65</c:v>
                </c:pt>
                <c:pt idx="10">
                  <c:v>27.65</c:v>
                </c:pt>
                <c:pt idx="11">
                  <c:v>27.65</c:v>
                </c:pt>
                <c:pt idx="12">
                  <c:v>27.65</c:v>
                </c:pt>
                <c:pt idx="13">
                  <c:v>27.65</c:v>
                </c:pt>
                <c:pt idx="14">
                  <c:v>27.65</c:v>
                </c:pt>
                <c:pt idx="15">
                  <c:v>27.65</c:v>
                </c:pt>
                <c:pt idx="16">
                  <c:v>27.65</c:v>
                </c:pt>
                <c:pt idx="17">
                  <c:v>27.65</c:v>
                </c:pt>
                <c:pt idx="18">
                  <c:v>27.65</c:v>
                </c:pt>
                <c:pt idx="19">
                  <c:v>27.65</c:v>
                </c:pt>
                <c:pt idx="20">
                  <c:v>27.65</c:v>
                </c:pt>
                <c:pt idx="21">
                  <c:v>27.65</c:v>
                </c:pt>
                <c:pt idx="22">
                  <c:v>27.65</c:v>
                </c:pt>
                <c:pt idx="23">
                  <c:v>27.65</c:v>
                </c:pt>
                <c:pt idx="24">
                  <c:v>27.65</c:v>
                </c:pt>
                <c:pt idx="25">
                  <c:v>27.65</c:v>
                </c:pt>
                <c:pt idx="26">
                  <c:v>27.65</c:v>
                </c:pt>
                <c:pt idx="27">
                  <c:v>27.65</c:v>
                </c:pt>
                <c:pt idx="28">
                  <c:v>27.65</c:v>
                </c:pt>
                <c:pt idx="29">
                  <c:v>27.65</c:v>
                </c:pt>
                <c:pt idx="30">
                  <c:v>27.65</c:v>
                </c:pt>
                <c:pt idx="31">
                  <c:v>27.65</c:v>
                </c:pt>
                <c:pt idx="32">
                  <c:v>27.65</c:v>
                </c:pt>
                <c:pt idx="33">
                  <c:v>27.65</c:v>
                </c:pt>
                <c:pt idx="34">
                  <c:v>27.65</c:v>
                </c:pt>
                <c:pt idx="35">
                  <c:v>27.65</c:v>
                </c:pt>
                <c:pt idx="36">
                  <c:v>27.65</c:v>
                </c:pt>
                <c:pt idx="37">
                  <c:v>27.65</c:v>
                </c:pt>
                <c:pt idx="38">
                  <c:v>27.65</c:v>
                </c:pt>
                <c:pt idx="39">
                  <c:v>27.65</c:v>
                </c:pt>
                <c:pt idx="40">
                  <c:v>27.65</c:v>
                </c:pt>
                <c:pt idx="41">
                  <c:v>27.65</c:v>
                </c:pt>
                <c:pt idx="42">
                  <c:v>27.65</c:v>
                </c:pt>
                <c:pt idx="43">
                  <c:v>27.65</c:v>
                </c:pt>
                <c:pt idx="44">
                  <c:v>27.65</c:v>
                </c:pt>
                <c:pt idx="45">
                  <c:v>27.65</c:v>
                </c:pt>
                <c:pt idx="46">
                  <c:v>27.65</c:v>
                </c:pt>
                <c:pt idx="47">
                  <c:v>27.65</c:v>
                </c:pt>
                <c:pt idx="48">
                  <c:v>27.65</c:v>
                </c:pt>
                <c:pt idx="49">
                  <c:v>27.65</c:v>
                </c:pt>
                <c:pt idx="50">
                  <c:v>27.65</c:v>
                </c:pt>
                <c:pt idx="51">
                  <c:v>27.65</c:v>
                </c:pt>
                <c:pt idx="52">
                  <c:v>27.65</c:v>
                </c:pt>
                <c:pt idx="53">
                  <c:v>27.65</c:v>
                </c:pt>
                <c:pt idx="54">
                  <c:v>27.65</c:v>
                </c:pt>
                <c:pt idx="55">
                  <c:v>27.65</c:v>
                </c:pt>
                <c:pt idx="56">
                  <c:v>27.65</c:v>
                </c:pt>
                <c:pt idx="57">
                  <c:v>27.65</c:v>
                </c:pt>
                <c:pt idx="58">
                  <c:v>27.65</c:v>
                </c:pt>
                <c:pt idx="59">
                  <c:v>27.65</c:v>
                </c:pt>
                <c:pt idx="60">
                  <c:v>27.65</c:v>
                </c:pt>
                <c:pt idx="61">
                  <c:v>27.65</c:v>
                </c:pt>
                <c:pt idx="62">
                  <c:v>27.65</c:v>
                </c:pt>
                <c:pt idx="63">
                  <c:v>27.65</c:v>
                </c:pt>
                <c:pt idx="64">
                  <c:v>27.65</c:v>
                </c:pt>
                <c:pt idx="65">
                  <c:v>27.65</c:v>
                </c:pt>
                <c:pt idx="66">
                  <c:v>27.65</c:v>
                </c:pt>
                <c:pt idx="67">
                  <c:v>27.65</c:v>
                </c:pt>
                <c:pt idx="68">
                  <c:v>27.65</c:v>
                </c:pt>
                <c:pt idx="69">
                  <c:v>27.65</c:v>
                </c:pt>
                <c:pt idx="70">
                  <c:v>27.65</c:v>
                </c:pt>
                <c:pt idx="71">
                  <c:v>27.65</c:v>
                </c:pt>
                <c:pt idx="72">
                  <c:v>27.65</c:v>
                </c:pt>
                <c:pt idx="73">
                  <c:v>27.65</c:v>
                </c:pt>
                <c:pt idx="74">
                  <c:v>27.65</c:v>
                </c:pt>
                <c:pt idx="75">
                  <c:v>27.65</c:v>
                </c:pt>
                <c:pt idx="76">
                  <c:v>27.65</c:v>
                </c:pt>
                <c:pt idx="77">
                  <c:v>27.65</c:v>
                </c:pt>
                <c:pt idx="78">
                  <c:v>27.65</c:v>
                </c:pt>
                <c:pt idx="79">
                  <c:v>27.65</c:v>
                </c:pt>
                <c:pt idx="80">
                  <c:v>27.65</c:v>
                </c:pt>
                <c:pt idx="81">
                  <c:v>27.65</c:v>
                </c:pt>
                <c:pt idx="82">
                  <c:v>27.65</c:v>
                </c:pt>
                <c:pt idx="83">
                  <c:v>27.65</c:v>
                </c:pt>
                <c:pt idx="84">
                  <c:v>27.65</c:v>
                </c:pt>
                <c:pt idx="85">
                  <c:v>27.65</c:v>
                </c:pt>
                <c:pt idx="86">
                  <c:v>27.65</c:v>
                </c:pt>
                <c:pt idx="87">
                  <c:v>27.65</c:v>
                </c:pt>
                <c:pt idx="88">
                  <c:v>27.65</c:v>
                </c:pt>
                <c:pt idx="89">
                  <c:v>27.65</c:v>
                </c:pt>
                <c:pt idx="90">
                  <c:v>27.65</c:v>
                </c:pt>
                <c:pt idx="91">
                  <c:v>27.65</c:v>
                </c:pt>
                <c:pt idx="92">
                  <c:v>27.65</c:v>
                </c:pt>
                <c:pt idx="93">
                  <c:v>27.65</c:v>
                </c:pt>
                <c:pt idx="94">
                  <c:v>27.65</c:v>
                </c:pt>
                <c:pt idx="95">
                  <c:v>27.65</c:v>
                </c:pt>
                <c:pt idx="96">
                  <c:v>27.65</c:v>
                </c:pt>
                <c:pt idx="97">
                  <c:v>27.65</c:v>
                </c:pt>
                <c:pt idx="98">
                  <c:v>27.65</c:v>
                </c:pt>
                <c:pt idx="99">
                  <c:v>27.65</c:v>
                </c:pt>
                <c:pt idx="100">
                  <c:v>27.65</c:v>
                </c:pt>
                <c:pt idx="101">
                  <c:v>27.65</c:v>
                </c:pt>
                <c:pt idx="102">
                  <c:v>27.65</c:v>
                </c:pt>
                <c:pt idx="103">
                  <c:v>27.65</c:v>
                </c:pt>
                <c:pt idx="104">
                  <c:v>27.65</c:v>
                </c:pt>
                <c:pt idx="105">
                  <c:v>27.65</c:v>
                </c:pt>
                <c:pt idx="106">
                  <c:v>27.65</c:v>
                </c:pt>
                <c:pt idx="107">
                  <c:v>27.65</c:v>
                </c:pt>
                <c:pt idx="108">
                  <c:v>27.65</c:v>
                </c:pt>
                <c:pt idx="109">
                  <c:v>27.65</c:v>
                </c:pt>
                <c:pt idx="110">
                  <c:v>27.65</c:v>
                </c:pt>
                <c:pt idx="111">
                  <c:v>27.65</c:v>
                </c:pt>
                <c:pt idx="112">
                  <c:v>27.65</c:v>
                </c:pt>
                <c:pt idx="113">
                  <c:v>27.65</c:v>
                </c:pt>
                <c:pt idx="114">
                  <c:v>27.65</c:v>
                </c:pt>
                <c:pt idx="115">
                  <c:v>27.65</c:v>
                </c:pt>
                <c:pt idx="116">
                  <c:v>27.65</c:v>
                </c:pt>
                <c:pt idx="117">
                  <c:v>27.65</c:v>
                </c:pt>
                <c:pt idx="118">
                  <c:v>27.65</c:v>
                </c:pt>
                <c:pt idx="119">
                  <c:v>27.65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14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7770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±2σ</c:v>
                  </c:pt>
                  <c:pt idx="1">
                    <c:v>±3σ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131</c:v>
                </c:pt>
                <c:pt idx="1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777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eclipse</c:v>
                  </c:pt>
                  <c:pt idx="1">
                    <c:v>sunlit</c:v>
                  </c:pt>
                  <c:pt idx="2">
                    <c:v>recharge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</c:v>
                </c:pt>
                <c:pt idx="1">
                  <c:v>28.14</c:v>
                </c:pt>
                <c:pt idx="2">
                  <c:v>29.59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mean sunlit current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1 Sep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15 Sep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1 Oct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15 Oct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1 Nov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>15 Nov</c:v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27.804</c:v>
                </c:pt>
                <c:pt idx="1">
                  <c:v>27.832</c:v>
                </c:pt>
                <c:pt idx="2">
                  <c:v>27.808</c:v>
                </c:pt>
                <c:pt idx="3">
                  <c:v>27.842</c:v>
                </c:pt>
                <c:pt idx="4">
                  <c:v>27.83</c:v>
                </c:pt>
                <c:pt idx="5">
                  <c:v>27.852</c:v>
                </c:pt>
                <c:pt idx="6">
                  <c:v>27.862</c:v>
                </c:pt>
                <c:pt idx="7">
                  <c:v>27.867</c:v>
                </c:pt>
                <c:pt idx="8">
                  <c:v>27.895</c:v>
                </c:pt>
                <c:pt idx="9">
                  <c:v>27.897</c:v>
                </c:pt>
                <c:pt idx="10">
                  <c:v>27.881</c:v>
                </c:pt>
                <c:pt idx="11">
                  <c:v>27.904</c:v>
                </c:pt>
                <c:pt idx="12">
                  <c:v>27.902</c:v>
                </c:pt>
                <c:pt idx="13">
                  <c:v>27.919</c:v>
                </c:pt>
                <c:pt idx="14">
                  <c:v>27.903</c:v>
                </c:pt>
                <c:pt idx="15">
                  <c:v>27.93</c:v>
                </c:pt>
                <c:pt idx="16">
                  <c:v>27.947</c:v>
                </c:pt>
                <c:pt idx="17">
                  <c:v>27.432</c:v>
                </c:pt>
                <c:pt idx="18">
                  <c:v>27.951</c:v>
                </c:pt>
                <c:pt idx="19">
                  <c:v>27.962</c:v>
                </c:pt>
                <c:pt idx="20">
                  <c:v>27.966</c:v>
                </c:pt>
                <c:pt idx="21">
                  <c:v>27.989</c:v>
                </c:pt>
                <c:pt idx="22">
                  <c:v>27.97</c:v>
                </c:pt>
                <c:pt idx="23">
                  <c:v>27.985</c:v>
                </c:pt>
                <c:pt idx="24">
                  <c:v>28.02</c:v>
                </c:pt>
                <c:pt idx="25">
                  <c:v>28.023</c:v>
                </c:pt>
                <c:pt idx="26">
                  <c:v>27.998</c:v>
                </c:pt>
                <c:pt idx="27">
                  <c:v>28.032</c:v>
                </c:pt>
                <c:pt idx="28">
                  <c:v>28.044</c:v>
                </c:pt>
                <c:pt idx="29">
                  <c:v>28.038</c:v>
                </c:pt>
                <c:pt idx="30">
                  <c:v>28.058</c:v>
                </c:pt>
                <c:pt idx="31">
                  <c:v>28.105</c:v>
                </c:pt>
                <c:pt idx="32">
                  <c:v>28.069</c:v>
                </c:pt>
                <c:pt idx="33">
                  <c:v>28.089</c:v>
                </c:pt>
                <c:pt idx="34">
                  <c:v>28.072</c:v>
                </c:pt>
                <c:pt idx="35">
                  <c:v>28.072</c:v>
                </c:pt>
                <c:pt idx="36">
                  <c:v>28.092</c:v>
                </c:pt>
                <c:pt idx="37">
                  <c:v>28.095</c:v>
                </c:pt>
                <c:pt idx="38">
                  <c:v>28.094</c:v>
                </c:pt>
                <c:pt idx="39">
                  <c:v>28.103</c:v>
                </c:pt>
                <c:pt idx="40">
                  <c:v>28.118</c:v>
                </c:pt>
                <c:pt idx="41">
                  <c:v>28.13</c:v>
                </c:pt>
                <c:pt idx="42">
                  <c:v>28.117</c:v>
                </c:pt>
                <c:pt idx="43">
                  <c:v>28.146</c:v>
                </c:pt>
                <c:pt idx="44">
                  <c:v>28.129</c:v>
                </c:pt>
                <c:pt idx="45">
                  <c:v>28.151</c:v>
                </c:pt>
                <c:pt idx="46">
                  <c:v>28.155</c:v>
                </c:pt>
                <c:pt idx="47">
                  <c:v>28.134</c:v>
                </c:pt>
                <c:pt idx="48">
                  <c:v>28.148</c:v>
                </c:pt>
                <c:pt idx="49">
                  <c:v>28.184</c:v>
                </c:pt>
                <c:pt idx="50">
                  <c:v>28.196</c:v>
                </c:pt>
                <c:pt idx="51">
                  <c:v>28.194</c:v>
                </c:pt>
                <c:pt idx="52">
                  <c:v>28.209</c:v>
                </c:pt>
                <c:pt idx="53">
                  <c:v>28.212</c:v>
                </c:pt>
                <c:pt idx="54">
                  <c:v>28.19</c:v>
                </c:pt>
                <c:pt idx="55">
                  <c:v>28.2</c:v>
                </c:pt>
                <c:pt idx="56">
                  <c:v>28.229</c:v>
                </c:pt>
                <c:pt idx="57">
                  <c:v>28.208</c:v>
                </c:pt>
                <c:pt idx="58">
                  <c:v>26.956</c:v>
                </c:pt>
                <c:pt idx="59">
                  <c:v>28.237</c:v>
                </c:pt>
                <c:pt idx="60">
                  <c:v>28.226</c:v>
                </c:pt>
                <c:pt idx="61">
                  <c:v>28.248</c:v>
                </c:pt>
                <c:pt idx="62">
                  <c:v>28.24</c:v>
                </c:pt>
                <c:pt idx="63">
                  <c:v>28.242</c:v>
                </c:pt>
                <c:pt idx="64">
                  <c:v>28.248</c:v>
                </c:pt>
                <c:pt idx="65">
                  <c:v>28.246</c:v>
                </c:pt>
                <c:pt idx="66">
                  <c:v>28.236</c:v>
                </c:pt>
                <c:pt idx="67">
                  <c:v>28.252</c:v>
                </c:pt>
                <c:pt idx="68">
                  <c:v>28.264</c:v>
                </c:pt>
                <c:pt idx="69">
                  <c:v>28.231</c:v>
                </c:pt>
                <c:pt idx="70">
                  <c:v>28.274</c:v>
                </c:pt>
                <c:pt idx="71">
                  <c:v>28.249</c:v>
                </c:pt>
                <c:pt idx="72">
                  <c:v>28.276</c:v>
                </c:pt>
                <c:pt idx="73">
                  <c:v>28.294</c:v>
                </c:pt>
                <c:pt idx="74">
                  <c:v>28.291</c:v>
                </c:pt>
                <c:pt idx="75">
                  <c:v>28.253</c:v>
                </c:pt>
                <c:pt idx="76">
                  <c:v>28.271</c:v>
                </c:pt>
                <c:pt idx="77">
                  <c:v>28.31</c:v>
                </c:pt>
                <c:pt idx="78">
                  <c:v>28.292</c:v>
                </c:pt>
                <c:pt idx="79">
                  <c:v>28.26</c:v>
                </c:pt>
                <c:pt idx="80">
                  <c:v>28.314</c:v>
                </c:pt>
                <c:pt idx="81">
                  <c:v>28.307</c:v>
                </c:pt>
                <c:pt idx="82">
                  <c:v>28.272</c:v>
                </c:pt>
                <c:pt idx="83">
                  <c:v>28.266</c:v>
                </c:pt>
                <c:pt idx="84">
                  <c:v>28.301</c:v>
                </c:pt>
                <c:pt idx="85">
                  <c:v>28.296</c:v>
                </c:pt>
                <c:pt idx="86">
                  <c:v>28.289</c:v>
                </c:pt>
                <c:pt idx="87">
                  <c:v>28.285</c:v>
                </c:pt>
                <c:pt idx="88">
                  <c:v>28.295</c:v>
                </c:pt>
                <c:pt idx="89">
                  <c:v>28.298</c:v>
                </c:pt>
                <c:pt idx="90">
                  <c:v>28.315</c:v>
                </c:pt>
                <c:pt idx="91">
                  <c:v>27.767</c:v>
                </c:pt>
                <c:pt idx="92">
                  <c:v>28.3</c:v>
                </c:pt>
                <c:pt idx="93">
                  <c:v>28.319</c:v>
                </c:pt>
                <c:pt idx="94">
                  <c:v>28.312</c:v>
                </c:pt>
                <c:pt idx="95">
                  <c:v>28.318</c:v>
                </c:pt>
                <c:pt idx="96">
                  <c:v>28.303</c:v>
                </c:pt>
                <c:pt idx="97">
                  <c:v>28.304</c:v>
                </c:pt>
                <c:pt idx="98">
                  <c:v>28.293</c:v>
                </c:pt>
                <c:pt idx="99">
                  <c:v>28.315</c:v>
                </c:pt>
                <c:pt idx="100">
                  <c:v>28.273</c:v>
                </c:pt>
                <c:pt idx="101">
                  <c:v>28.295</c:v>
                </c:pt>
                <c:pt idx="102">
                  <c:v>28.264</c:v>
                </c:pt>
                <c:pt idx="103">
                  <c:v>28.31</c:v>
                </c:pt>
                <c:pt idx="104">
                  <c:v>28.295</c:v>
                </c:pt>
                <c:pt idx="105">
                  <c:v>28.29</c:v>
                </c:pt>
                <c:pt idx="106">
                  <c:v>28.295</c:v>
                </c:pt>
                <c:pt idx="107">
                  <c:v>28.273</c:v>
                </c:pt>
                <c:pt idx="108">
                  <c:v>28.268</c:v>
                </c:pt>
                <c:pt idx="109">
                  <c:v>28.263</c:v>
                </c:pt>
                <c:pt idx="110">
                  <c:v>28.269</c:v>
                </c:pt>
                <c:pt idx="111">
                  <c:v>28.283</c:v>
                </c:pt>
                <c:pt idx="112">
                  <c:v>28.274</c:v>
                </c:pt>
                <c:pt idx="113">
                  <c:v>28.265</c:v>
                </c:pt>
                <c:pt idx="114">
                  <c:v>28.254</c:v>
                </c:pt>
                <c:pt idx="115">
                  <c:v>28.258</c:v>
                </c:pt>
                <c:pt idx="116">
                  <c:v>28.252</c:v>
                </c:pt>
                <c:pt idx="117">
                  <c:v>28.255</c:v>
                </c:pt>
                <c:pt idx="118">
                  <c:v>28.245</c:v>
                </c:pt>
                <c:pt idx="119">
                  <c:v>28.218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UCL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1 Sep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15 Sep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1 Oct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15 Oct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1 Nov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>15 Nov</c:v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28.086</c:v>
                </c:pt>
                <c:pt idx="1">
                  <c:v>28.086</c:v>
                </c:pt>
                <c:pt idx="2">
                  <c:v>28.086</c:v>
                </c:pt>
                <c:pt idx="3">
                  <c:v>28.086</c:v>
                </c:pt>
                <c:pt idx="4">
                  <c:v>28.086</c:v>
                </c:pt>
                <c:pt idx="5">
                  <c:v>28.086</c:v>
                </c:pt>
                <c:pt idx="6">
                  <c:v>28.086</c:v>
                </c:pt>
                <c:pt idx="7">
                  <c:v>28.086</c:v>
                </c:pt>
                <c:pt idx="8">
                  <c:v>28.086</c:v>
                </c:pt>
                <c:pt idx="9">
                  <c:v>28.086</c:v>
                </c:pt>
                <c:pt idx="10">
                  <c:v>28.086</c:v>
                </c:pt>
                <c:pt idx="11">
                  <c:v>28.086</c:v>
                </c:pt>
                <c:pt idx="12">
                  <c:v>28.086</c:v>
                </c:pt>
                <c:pt idx="13">
                  <c:v>28.086</c:v>
                </c:pt>
                <c:pt idx="14">
                  <c:v>28.086</c:v>
                </c:pt>
                <c:pt idx="15">
                  <c:v>28.086</c:v>
                </c:pt>
                <c:pt idx="16">
                  <c:v>28.086</c:v>
                </c:pt>
                <c:pt idx="17">
                  <c:v>28.086</c:v>
                </c:pt>
                <c:pt idx="18">
                  <c:v>28.086</c:v>
                </c:pt>
                <c:pt idx="19">
                  <c:v>28.086</c:v>
                </c:pt>
                <c:pt idx="20">
                  <c:v>28.086</c:v>
                </c:pt>
                <c:pt idx="21">
                  <c:v>28.086</c:v>
                </c:pt>
                <c:pt idx="22">
                  <c:v>28.086</c:v>
                </c:pt>
                <c:pt idx="23">
                  <c:v>28.086</c:v>
                </c:pt>
                <c:pt idx="24">
                  <c:v>28.086</c:v>
                </c:pt>
                <c:pt idx="25">
                  <c:v>28.086</c:v>
                </c:pt>
                <c:pt idx="26">
                  <c:v>28.086</c:v>
                </c:pt>
                <c:pt idx="27">
                  <c:v>28.086</c:v>
                </c:pt>
                <c:pt idx="28">
                  <c:v>28.086</c:v>
                </c:pt>
                <c:pt idx="29">
                  <c:v>28.086</c:v>
                </c:pt>
                <c:pt idx="30">
                  <c:v>28.086</c:v>
                </c:pt>
                <c:pt idx="31">
                  <c:v>28.086</c:v>
                </c:pt>
                <c:pt idx="32">
                  <c:v>28.086</c:v>
                </c:pt>
                <c:pt idx="33">
                  <c:v>28.086</c:v>
                </c:pt>
                <c:pt idx="34">
                  <c:v>28.086</c:v>
                </c:pt>
                <c:pt idx="35">
                  <c:v>28.086</c:v>
                </c:pt>
                <c:pt idx="36">
                  <c:v>28.086</c:v>
                </c:pt>
                <c:pt idx="37">
                  <c:v>28.086</c:v>
                </c:pt>
                <c:pt idx="38">
                  <c:v>28.086</c:v>
                </c:pt>
                <c:pt idx="39">
                  <c:v>28.086</c:v>
                </c:pt>
                <c:pt idx="40">
                  <c:v>28.086</c:v>
                </c:pt>
                <c:pt idx="41">
                  <c:v>28.086</c:v>
                </c:pt>
                <c:pt idx="42">
                  <c:v>28.086</c:v>
                </c:pt>
                <c:pt idx="43">
                  <c:v>28.086</c:v>
                </c:pt>
                <c:pt idx="44">
                  <c:v>28.086</c:v>
                </c:pt>
                <c:pt idx="45">
                  <c:v>28.086</c:v>
                </c:pt>
                <c:pt idx="46">
                  <c:v>28.086</c:v>
                </c:pt>
                <c:pt idx="47">
                  <c:v>28.086</c:v>
                </c:pt>
                <c:pt idx="48">
                  <c:v>28.086</c:v>
                </c:pt>
                <c:pt idx="49">
                  <c:v>28.086</c:v>
                </c:pt>
                <c:pt idx="50">
                  <c:v>28.086</c:v>
                </c:pt>
                <c:pt idx="51">
                  <c:v>28.086</c:v>
                </c:pt>
                <c:pt idx="52">
                  <c:v>28.086</c:v>
                </c:pt>
                <c:pt idx="53">
                  <c:v>28.086</c:v>
                </c:pt>
                <c:pt idx="54">
                  <c:v>28.086</c:v>
                </c:pt>
                <c:pt idx="55">
                  <c:v>28.086</c:v>
                </c:pt>
                <c:pt idx="56">
                  <c:v>28.086</c:v>
                </c:pt>
                <c:pt idx="57">
                  <c:v>28.086</c:v>
                </c:pt>
                <c:pt idx="58">
                  <c:v>28.086</c:v>
                </c:pt>
                <c:pt idx="59">
                  <c:v>28.086</c:v>
                </c:pt>
                <c:pt idx="60">
                  <c:v>28.086</c:v>
                </c:pt>
                <c:pt idx="61">
                  <c:v>28.086</c:v>
                </c:pt>
                <c:pt idx="62">
                  <c:v>28.086</c:v>
                </c:pt>
                <c:pt idx="63">
                  <c:v>28.086</c:v>
                </c:pt>
                <c:pt idx="64">
                  <c:v>28.086</c:v>
                </c:pt>
                <c:pt idx="65">
                  <c:v>28.086</c:v>
                </c:pt>
                <c:pt idx="66">
                  <c:v>28.086</c:v>
                </c:pt>
                <c:pt idx="67">
                  <c:v>28.086</c:v>
                </c:pt>
                <c:pt idx="68">
                  <c:v>28.086</c:v>
                </c:pt>
                <c:pt idx="69">
                  <c:v>28.086</c:v>
                </c:pt>
                <c:pt idx="70">
                  <c:v>28.086</c:v>
                </c:pt>
                <c:pt idx="71">
                  <c:v>28.086</c:v>
                </c:pt>
                <c:pt idx="72">
                  <c:v>28.086</c:v>
                </c:pt>
                <c:pt idx="73">
                  <c:v>28.086</c:v>
                </c:pt>
                <c:pt idx="74">
                  <c:v>28.086</c:v>
                </c:pt>
                <c:pt idx="75">
                  <c:v>28.086</c:v>
                </c:pt>
                <c:pt idx="76">
                  <c:v>28.086</c:v>
                </c:pt>
                <c:pt idx="77">
                  <c:v>28.086</c:v>
                </c:pt>
                <c:pt idx="78">
                  <c:v>28.086</c:v>
                </c:pt>
                <c:pt idx="79">
                  <c:v>28.086</c:v>
                </c:pt>
                <c:pt idx="80">
                  <c:v>28.086</c:v>
                </c:pt>
                <c:pt idx="81">
                  <c:v>28.086</c:v>
                </c:pt>
                <c:pt idx="82">
                  <c:v>28.086</c:v>
                </c:pt>
                <c:pt idx="83">
                  <c:v>28.086</c:v>
                </c:pt>
                <c:pt idx="84">
                  <c:v>28.086</c:v>
                </c:pt>
                <c:pt idx="85">
                  <c:v>28.086</c:v>
                </c:pt>
                <c:pt idx="86">
                  <c:v>28.086</c:v>
                </c:pt>
                <c:pt idx="87">
                  <c:v>28.086</c:v>
                </c:pt>
                <c:pt idx="88">
                  <c:v>28.086</c:v>
                </c:pt>
                <c:pt idx="89">
                  <c:v>28.086</c:v>
                </c:pt>
                <c:pt idx="90">
                  <c:v>28.086</c:v>
                </c:pt>
                <c:pt idx="91">
                  <c:v>28.086</c:v>
                </c:pt>
                <c:pt idx="92">
                  <c:v>28.086</c:v>
                </c:pt>
                <c:pt idx="93">
                  <c:v>28.086</c:v>
                </c:pt>
                <c:pt idx="94">
                  <c:v>28.086</c:v>
                </c:pt>
                <c:pt idx="95">
                  <c:v>28.086</c:v>
                </c:pt>
                <c:pt idx="96">
                  <c:v>28.086</c:v>
                </c:pt>
                <c:pt idx="97">
                  <c:v>28.086</c:v>
                </c:pt>
                <c:pt idx="98">
                  <c:v>28.086</c:v>
                </c:pt>
                <c:pt idx="99">
                  <c:v>28.086</c:v>
                </c:pt>
                <c:pt idx="100">
                  <c:v>28.086</c:v>
                </c:pt>
                <c:pt idx="101">
                  <c:v>28.086</c:v>
                </c:pt>
                <c:pt idx="102">
                  <c:v>28.086</c:v>
                </c:pt>
                <c:pt idx="103">
                  <c:v>28.086</c:v>
                </c:pt>
                <c:pt idx="104">
                  <c:v>28.086</c:v>
                </c:pt>
                <c:pt idx="105">
                  <c:v>28.086</c:v>
                </c:pt>
                <c:pt idx="106">
                  <c:v>28.086</c:v>
                </c:pt>
                <c:pt idx="107">
                  <c:v>28.086</c:v>
                </c:pt>
                <c:pt idx="108">
                  <c:v>28.086</c:v>
                </c:pt>
                <c:pt idx="109">
                  <c:v>28.086</c:v>
                </c:pt>
                <c:pt idx="110">
                  <c:v>28.086</c:v>
                </c:pt>
                <c:pt idx="111">
                  <c:v>28.086</c:v>
                </c:pt>
                <c:pt idx="112">
                  <c:v>28.086</c:v>
                </c:pt>
                <c:pt idx="113">
                  <c:v>28.086</c:v>
                </c:pt>
                <c:pt idx="114">
                  <c:v>28.086</c:v>
                </c:pt>
                <c:pt idx="115">
                  <c:v>28.086</c:v>
                </c:pt>
                <c:pt idx="116">
                  <c:v>28.086</c:v>
                </c:pt>
                <c:pt idx="117">
                  <c:v>28.086</c:v>
                </c:pt>
                <c:pt idx="118">
                  <c:v>28.086</c:v>
                </c:pt>
                <c:pt idx="119">
                  <c:v>28.086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LCL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Sheet1!$A$2:$A$121</c:f>
              <c:multiLvlStrCache>
                <c:ptCount val="120"/>
                <c:lvl>
                  <c:pt idx="0">
                    <c:v>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>1 Sep</c:v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15 Sep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1 Oct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15 Oct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1 Nov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>15 Nov</c:v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</c:lvl>
              </c:multiLvlStrCache>
            </c:multiLvlStrRef>
          </c:cat>
          <c:val>
            <c:numRef>
              <c:f>Sheet1!$D$2:$D$121</c:f>
              <c:numCache>
                <c:formatCode>General</c:formatCode>
                <c:ptCount val="120"/>
                <c:pt idx="0">
                  <c:v>27.648</c:v>
                </c:pt>
                <c:pt idx="1">
                  <c:v>27.648</c:v>
                </c:pt>
                <c:pt idx="2">
                  <c:v>27.648</c:v>
                </c:pt>
                <c:pt idx="3">
                  <c:v>27.648</c:v>
                </c:pt>
                <c:pt idx="4">
                  <c:v>27.648</c:v>
                </c:pt>
                <c:pt idx="5">
                  <c:v>27.648</c:v>
                </c:pt>
                <c:pt idx="6">
                  <c:v>27.648</c:v>
                </c:pt>
                <c:pt idx="7">
                  <c:v>27.648</c:v>
                </c:pt>
                <c:pt idx="8">
                  <c:v>27.648</c:v>
                </c:pt>
                <c:pt idx="9">
                  <c:v>27.648</c:v>
                </c:pt>
                <c:pt idx="10">
                  <c:v>27.648</c:v>
                </c:pt>
                <c:pt idx="11">
                  <c:v>27.648</c:v>
                </c:pt>
                <c:pt idx="12">
                  <c:v>27.648</c:v>
                </c:pt>
                <c:pt idx="13">
                  <c:v>27.648</c:v>
                </c:pt>
                <c:pt idx="14">
                  <c:v>27.648</c:v>
                </c:pt>
                <c:pt idx="15">
                  <c:v>27.648</c:v>
                </c:pt>
                <c:pt idx="16">
                  <c:v>27.648</c:v>
                </c:pt>
                <c:pt idx="17">
                  <c:v>27.648</c:v>
                </c:pt>
                <c:pt idx="18">
                  <c:v>27.648</c:v>
                </c:pt>
                <c:pt idx="19">
                  <c:v>27.648</c:v>
                </c:pt>
                <c:pt idx="20">
                  <c:v>27.648</c:v>
                </c:pt>
                <c:pt idx="21">
                  <c:v>27.648</c:v>
                </c:pt>
                <c:pt idx="22">
                  <c:v>27.648</c:v>
                </c:pt>
                <c:pt idx="23">
                  <c:v>27.648</c:v>
                </c:pt>
                <c:pt idx="24">
                  <c:v>27.648</c:v>
                </c:pt>
                <c:pt idx="25">
                  <c:v>27.648</c:v>
                </c:pt>
                <c:pt idx="26">
                  <c:v>27.648</c:v>
                </c:pt>
                <c:pt idx="27">
                  <c:v>27.648</c:v>
                </c:pt>
                <c:pt idx="28">
                  <c:v>27.648</c:v>
                </c:pt>
                <c:pt idx="29">
                  <c:v>27.648</c:v>
                </c:pt>
                <c:pt idx="30">
                  <c:v>27.648</c:v>
                </c:pt>
                <c:pt idx="31">
                  <c:v>27.648</c:v>
                </c:pt>
                <c:pt idx="32">
                  <c:v>27.648</c:v>
                </c:pt>
                <c:pt idx="33">
                  <c:v>27.648</c:v>
                </c:pt>
                <c:pt idx="34">
                  <c:v>27.648</c:v>
                </c:pt>
                <c:pt idx="35">
                  <c:v>27.648</c:v>
                </c:pt>
                <c:pt idx="36">
                  <c:v>27.648</c:v>
                </c:pt>
                <c:pt idx="37">
                  <c:v>27.648</c:v>
                </c:pt>
                <c:pt idx="38">
                  <c:v>27.648</c:v>
                </c:pt>
                <c:pt idx="39">
                  <c:v>27.648</c:v>
                </c:pt>
                <c:pt idx="40">
                  <c:v>27.648</c:v>
                </c:pt>
                <c:pt idx="41">
                  <c:v>27.648</c:v>
                </c:pt>
                <c:pt idx="42">
                  <c:v>27.648</c:v>
                </c:pt>
                <c:pt idx="43">
                  <c:v>27.648</c:v>
                </c:pt>
                <c:pt idx="44">
                  <c:v>27.648</c:v>
                </c:pt>
                <c:pt idx="45">
                  <c:v>27.648</c:v>
                </c:pt>
                <c:pt idx="46">
                  <c:v>27.648</c:v>
                </c:pt>
                <c:pt idx="47">
                  <c:v>27.648</c:v>
                </c:pt>
                <c:pt idx="48">
                  <c:v>27.648</c:v>
                </c:pt>
                <c:pt idx="49">
                  <c:v>27.648</c:v>
                </c:pt>
                <c:pt idx="50">
                  <c:v>27.648</c:v>
                </c:pt>
                <c:pt idx="51">
                  <c:v>27.648</c:v>
                </c:pt>
                <c:pt idx="52">
                  <c:v>27.648</c:v>
                </c:pt>
                <c:pt idx="53">
                  <c:v>27.648</c:v>
                </c:pt>
                <c:pt idx="54">
                  <c:v>27.648</c:v>
                </c:pt>
                <c:pt idx="55">
                  <c:v>27.648</c:v>
                </c:pt>
                <c:pt idx="56">
                  <c:v>27.648</c:v>
                </c:pt>
                <c:pt idx="57">
                  <c:v>27.648</c:v>
                </c:pt>
                <c:pt idx="58">
                  <c:v>27.648</c:v>
                </c:pt>
                <c:pt idx="59">
                  <c:v>27.648</c:v>
                </c:pt>
                <c:pt idx="60">
                  <c:v>27.648</c:v>
                </c:pt>
                <c:pt idx="61">
                  <c:v>27.648</c:v>
                </c:pt>
                <c:pt idx="62">
                  <c:v>27.648</c:v>
                </c:pt>
                <c:pt idx="63">
                  <c:v>27.648</c:v>
                </c:pt>
                <c:pt idx="64">
                  <c:v>27.648</c:v>
                </c:pt>
                <c:pt idx="65">
                  <c:v>27.648</c:v>
                </c:pt>
                <c:pt idx="66">
                  <c:v>27.648</c:v>
                </c:pt>
                <c:pt idx="67">
                  <c:v>27.648</c:v>
                </c:pt>
                <c:pt idx="68">
                  <c:v>27.648</c:v>
                </c:pt>
                <c:pt idx="69">
                  <c:v>27.648</c:v>
                </c:pt>
                <c:pt idx="70">
                  <c:v>27.648</c:v>
                </c:pt>
                <c:pt idx="71">
                  <c:v>27.648</c:v>
                </c:pt>
                <c:pt idx="72">
                  <c:v>27.648</c:v>
                </c:pt>
                <c:pt idx="73">
                  <c:v>27.648</c:v>
                </c:pt>
                <c:pt idx="74">
                  <c:v>27.648</c:v>
                </c:pt>
                <c:pt idx="75">
                  <c:v>27.648</c:v>
                </c:pt>
                <c:pt idx="76">
                  <c:v>27.648</c:v>
                </c:pt>
                <c:pt idx="77">
                  <c:v>27.648</c:v>
                </c:pt>
                <c:pt idx="78">
                  <c:v>27.648</c:v>
                </c:pt>
                <c:pt idx="79">
                  <c:v>27.648</c:v>
                </c:pt>
                <c:pt idx="80">
                  <c:v>27.648</c:v>
                </c:pt>
                <c:pt idx="81">
                  <c:v>27.648</c:v>
                </c:pt>
                <c:pt idx="82">
                  <c:v>27.648</c:v>
                </c:pt>
                <c:pt idx="83">
                  <c:v>27.648</c:v>
                </c:pt>
                <c:pt idx="84">
                  <c:v>27.648</c:v>
                </c:pt>
                <c:pt idx="85">
                  <c:v>27.648</c:v>
                </c:pt>
                <c:pt idx="86">
                  <c:v>27.648</c:v>
                </c:pt>
                <c:pt idx="87">
                  <c:v>27.648</c:v>
                </c:pt>
                <c:pt idx="88">
                  <c:v>27.648</c:v>
                </c:pt>
                <c:pt idx="89">
                  <c:v>27.648</c:v>
                </c:pt>
                <c:pt idx="90">
                  <c:v>27.648</c:v>
                </c:pt>
                <c:pt idx="91">
                  <c:v>27.648</c:v>
                </c:pt>
                <c:pt idx="92">
                  <c:v>27.648</c:v>
                </c:pt>
                <c:pt idx="93">
                  <c:v>27.648</c:v>
                </c:pt>
                <c:pt idx="94">
                  <c:v>27.648</c:v>
                </c:pt>
                <c:pt idx="95">
                  <c:v>27.648</c:v>
                </c:pt>
                <c:pt idx="96">
                  <c:v>27.648</c:v>
                </c:pt>
                <c:pt idx="97">
                  <c:v>27.648</c:v>
                </c:pt>
                <c:pt idx="98">
                  <c:v>27.648</c:v>
                </c:pt>
                <c:pt idx="99">
                  <c:v>27.648</c:v>
                </c:pt>
                <c:pt idx="100">
                  <c:v>27.648</c:v>
                </c:pt>
                <c:pt idx="101">
                  <c:v>27.648</c:v>
                </c:pt>
                <c:pt idx="102">
                  <c:v>27.648</c:v>
                </c:pt>
                <c:pt idx="103">
                  <c:v>27.648</c:v>
                </c:pt>
                <c:pt idx="104">
                  <c:v>27.648</c:v>
                </c:pt>
                <c:pt idx="105">
                  <c:v>27.648</c:v>
                </c:pt>
                <c:pt idx="106">
                  <c:v>27.648</c:v>
                </c:pt>
                <c:pt idx="107">
                  <c:v>27.648</c:v>
                </c:pt>
                <c:pt idx="108">
                  <c:v>27.648</c:v>
                </c:pt>
                <c:pt idx="109">
                  <c:v>27.648</c:v>
                </c:pt>
                <c:pt idx="110">
                  <c:v>27.648</c:v>
                </c:pt>
                <c:pt idx="111">
                  <c:v>27.648</c:v>
                </c:pt>
                <c:pt idx="112">
                  <c:v>27.648</c:v>
                </c:pt>
                <c:pt idx="113">
                  <c:v>27.648</c:v>
                </c:pt>
                <c:pt idx="114">
                  <c:v>27.648</c:v>
                </c:pt>
                <c:pt idx="115">
                  <c:v>27.648</c:v>
                </c:pt>
                <c:pt idx="116">
                  <c:v>27.648</c:v>
                </c:pt>
                <c:pt idx="117">
                  <c:v>27.648</c:v>
                </c:pt>
                <c:pt idx="118">
                  <c:v>27.648</c:v>
                </c:pt>
                <c:pt idx="119">
                  <c:v>27.648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.5"/>
          <c:min val="27.4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Sheet1!$A$2:$A$731</c:f>
              <c:multiLvlStrCache>
                <c:ptCount val="730"/>
                <c:lvl>
                  <c:pt idx="0">
                    <c:v>Jan 24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>Apr 24</c:v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>Jul 24</c:v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>Oct 24</c:v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>Jan 25</c:v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/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>Apr 25</c:v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/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/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/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>Jul 25</c:v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/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/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>Oct 25</c:v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/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/>
                  </c:pt>
                  <c:pt idx="700">
                    <c:v/>
                  </c:pt>
                  <c:pt idx="701">
                    <c:v/>
                  </c:pt>
                  <c:pt idx="702">
                    <c:v/>
                  </c:pt>
                  <c:pt idx="703">
                    <c:v/>
                  </c:pt>
                  <c:pt idx="704">
                    <c:v/>
                  </c:pt>
                  <c:pt idx="705">
                    <c:v/>
                  </c:pt>
                  <c:pt idx="706">
                    <c:v/>
                  </c:pt>
                  <c:pt idx="707">
                    <c:v/>
                  </c:pt>
                  <c:pt idx="708">
                    <c:v/>
                  </c:pt>
                  <c:pt idx="709">
                    <c:v/>
                  </c:pt>
                  <c:pt idx="710">
                    <c:v/>
                  </c:pt>
                  <c:pt idx="711">
                    <c:v/>
                  </c:pt>
                  <c:pt idx="712">
                    <c:v/>
                  </c:pt>
                  <c:pt idx="713">
                    <c:v/>
                  </c:pt>
                  <c:pt idx="714">
                    <c:v/>
                  </c:pt>
                  <c:pt idx="715">
                    <c:v/>
                  </c:pt>
                  <c:pt idx="716">
                    <c:v/>
                  </c:pt>
                  <c:pt idx="717">
                    <c:v/>
                  </c:pt>
                  <c:pt idx="718">
                    <c:v/>
                  </c:pt>
                  <c:pt idx="719">
                    <c:v/>
                  </c:pt>
                  <c:pt idx="720">
                    <c:v/>
                  </c:pt>
                  <c:pt idx="721">
                    <c:v/>
                  </c:pt>
                  <c:pt idx="722">
                    <c:v/>
                  </c:pt>
                  <c:pt idx="723">
                    <c:v/>
                  </c:pt>
                  <c:pt idx="724">
                    <c:v/>
                  </c:pt>
                  <c:pt idx="725">
                    <c:v/>
                  </c:pt>
                  <c:pt idx="726">
                    <c:v/>
                  </c:pt>
                  <c:pt idx="727">
                    <c:v/>
                  </c:pt>
                  <c:pt idx="728">
                    <c:v/>
                  </c:pt>
                  <c:pt idx="729">
                    <c:v/>
                  </c:pt>
                </c:lvl>
              </c:multiLvlStrCache>
            </c:multiLvlStrRef>
          </c:cat>
          <c:val>
            <c:numRef>
              <c:f>Sheet1!$B$2:$B$731</c:f>
              <c:numCache>
                <c:formatCode>General</c:formatCode>
                <c:ptCount val="730"/>
                <c:pt idx="0">
                  <c:v>59.95</c:v>
                </c:pt>
                <c:pt idx="1">
                  <c:v>60.29</c:v>
                </c:pt>
                <c:pt idx="2">
                  <c:v>59.69</c:v>
                </c:pt>
                <c:pt idx="3">
                  <c:v>59.95</c:v>
                </c:pt>
                <c:pt idx="4">
                  <c:v>59.78</c:v>
                </c:pt>
                <c:pt idx="5">
                  <c:v>60</c:v>
                </c:pt>
                <c:pt idx="6">
                  <c:v>60.37</c:v>
                </c:pt>
                <c:pt idx="7">
                  <c:v>60.29</c:v>
                </c:pt>
                <c:pt idx="8">
                  <c:v>60.3</c:v>
                </c:pt>
                <c:pt idx="9">
                  <c:v>60.13</c:v>
                </c:pt>
                <c:pt idx="10">
                  <c:v>60.11</c:v>
                </c:pt>
                <c:pt idx="11">
                  <c:v>60.38</c:v>
                </c:pt>
                <c:pt idx="12">
                  <c:v>60.15</c:v>
                </c:pt>
                <c:pt idx="13">
                  <c:v>60.06</c:v>
                </c:pt>
                <c:pt idx="14">
                  <c:v>60.12</c:v>
                </c:pt>
                <c:pt idx="15">
                  <c:v>59.96</c:v>
                </c:pt>
                <c:pt idx="16">
                  <c:v>60.24</c:v>
                </c:pt>
                <c:pt idx="17">
                  <c:v>60.69</c:v>
                </c:pt>
                <c:pt idx="18">
                  <c:v>60.53</c:v>
                </c:pt>
                <c:pt idx="19">
                  <c:v>60.01</c:v>
                </c:pt>
                <c:pt idx="20">
                  <c:v>59.99</c:v>
                </c:pt>
                <c:pt idx="21">
                  <c:v>60.15</c:v>
                </c:pt>
                <c:pt idx="22">
                  <c:v>60.48</c:v>
                </c:pt>
                <c:pt idx="23">
                  <c:v>60.66</c:v>
                </c:pt>
                <c:pt idx="24">
                  <c:v>60.9</c:v>
                </c:pt>
                <c:pt idx="25">
                  <c:v>60.82</c:v>
                </c:pt>
                <c:pt idx="26">
                  <c:v>60.44</c:v>
                </c:pt>
                <c:pt idx="27">
                  <c:v>60.68</c:v>
                </c:pt>
                <c:pt idx="28">
                  <c:v>60.42</c:v>
                </c:pt>
                <c:pt idx="29">
                  <c:v>60.81</c:v>
                </c:pt>
                <c:pt idx="30">
                  <c:v>60.59</c:v>
                </c:pt>
                <c:pt idx="31">
                  <c:v>60.84</c:v>
                </c:pt>
                <c:pt idx="32">
                  <c:v>60.85</c:v>
                </c:pt>
                <c:pt idx="33">
                  <c:v>61.18</c:v>
                </c:pt>
                <c:pt idx="34">
                  <c:v>60.91</c:v>
                </c:pt>
                <c:pt idx="35">
                  <c:v>60.88</c:v>
                </c:pt>
                <c:pt idx="36">
                  <c:v>60.64</c:v>
                </c:pt>
                <c:pt idx="37">
                  <c:v>60.72</c:v>
                </c:pt>
                <c:pt idx="38">
                  <c:v>60.81</c:v>
                </c:pt>
                <c:pt idx="39">
                  <c:v>60.61</c:v>
                </c:pt>
                <c:pt idx="40">
                  <c:v>60.78</c:v>
                </c:pt>
                <c:pt idx="41">
                  <c:v>61.45</c:v>
                </c:pt>
                <c:pt idx="42">
                  <c:v>60.88</c:v>
                </c:pt>
                <c:pt idx="43">
                  <c:v>60.76</c:v>
                </c:pt>
                <c:pt idx="44">
                  <c:v>61.09</c:v>
                </c:pt>
                <c:pt idx="45">
                  <c:v>60.97</c:v>
                </c:pt>
                <c:pt idx="46">
                  <c:v>60.92</c:v>
                </c:pt>
                <c:pt idx="47">
                  <c:v>61.3</c:v>
                </c:pt>
                <c:pt idx="48">
                  <c:v>61.39</c:v>
                </c:pt>
                <c:pt idx="49">
                  <c:v>61.3</c:v>
                </c:pt>
                <c:pt idx="50">
                  <c:v>61.64</c:v>
                </c:pt>
                <c:pt idx="51">
                  <c:v>61.59</c:v>
                </c:pt>
                <c:pt idx="52">
                  <c:v>61.26</c:v>
                </c:pt>
                <c:pt idx="53">
                  <c:v>61.64</c:v>
                </c:pt>
                <c:pt idx="54">
                  <c:v>61.64</c:v>
                </c:pt>
                <c:pt idx="55">
                  <c:v>61.18</c:v>
                </c:pt>
                <c:pt idx="56">
                  <c:v>61.9</c:v>
                </c:pt>
                <c:pt idx="57">
                  <c:v>61.81</c:v>
                </c:pt>
                <c:pt idx="58">
                  <c:v>61.47</c:v>
                </c:pt>
                <c:pt idx="59">
                  <c:v>62.01</c:v>
                </c:pt>
                <c:pt idx="60">
                  <c:v>61.62</c:v>
                </c:pt>
                <c:pt idx="61">
                  <c:v>62.07</c:v>
                </c:pt>
                <c:pt idx="62">
                  <c:v>61.94</c:v>
                </c:pt>
                <c:pt idx="63">
                  <c:v>62.08</c:v>
                </c:pt>
                <c:pt idx="64">
                  <c:v>61.9</c:v>
                </c:pt>
                <c:pt idx="65">
                  <c:v>61.93</c:v>
                </c:pt>
                <c:pt idx="66">
                  <c:v>61.85</c:v>
                </c:pt>
                <c:pt idx="67">
                  <c:v>61.59</c:v>
                </c:pt>
                <c:pt idx="68">
                  <c:v>62.25</c:v>
                </c:pt>
                <c:pt idx="69">
                  <c:v>62.04</c:v>
                </c:pt>
                <c:pt idx="70">
                  <c:v>61.88</c:v>
                </c:pt>
                <c:pt idx="71">
                  <c:v>61.78</c:v>
                </c:pt>
                <c:pt idx="72">
                  <c:v>62.27</c:v>
                </c:pt>
                <c:pt idx="73">
                  <c:v>62.31</c:v>
                </c:pt>
                <c:pt idx="74">
                  <c:v>62.45</c:v>
                </c:pt>
                <c:pt idx="75">
                  <c:v>62.16</c:v>
                </c:pt>
                <c:pt idx="76">
                  <c:v>62.6</c:v>
                </c:pt>
                <c:pt idx="77">
                  <c:v>62.57</c:v>
                </c:pt>
                <c:pt idx="78">
                  <c:v>62.47</c:v>
                </c:pt>
                <c:pt idx="79">
                  <c:v>62.13</c:v>
                </c:pt>
                <c:pt idx="80">
                  <c:v>62.2</c:v>
                </c:pt>
                <c:pt idx="81">
                  <c:v>62.69</c:v>
                </c:pt>
                <c:pt idx="82">
                  <c:v>62.06</c:v>
                </c:pt>
                <c:pt idx="83">
                  <c:v>62.33</c:v>
                </c:pt>
                <c:pt idx="84">
                  <c:v>62.81</c:v>
                </c:pt>
                <c:pt idx="85">
                  <c:v>62.34</c:v>
                </c:pt>
                <c:pt idx="86">
                  <c:v>62.65</c:v>
                </c:pt>
                <c:pt idx="87">
                  <c:v>62.7</c:v>
                </c:pt>
                <c:pt idx="88">
                  <c:v>62.7</c:v>
                </c:pt>
                <c:pt idx="89">
                  <c:v>62.63</c:v>
                </c:pt>
                <c:pt idx="90">
                  <c:v>62.8</c:v>
                </c:pt>
                <c:pt idx="91">
                  <c:v>62.87</c:v>
                </c:pt>
                <c:pt idx="92">
                  <c:v>62.42</c:v>
                </c:pt>
                <c:pt idx="93">
                  <c:v>63.06</c:v>
                </c:pt>
                <c:pt idx="94">
                  <c:v>62.72</c:v>
                </c:pt>
                <c:pt idx="95">
                  <c:v>62.8</c:v>
                </c:pt>
                <c:pt idx="96">
                  <c:v>62.56</c:v>
                </c:pt>
                <c:pt idx="97">
                  <c:v>63.05</c:v>
                </c:pt>
                <c:pt idx="98">
                  <c:v>63.22</c:v>
                </c:pt>
                <c:pt idx="99">
                  <c:v>62.57</c:v>
                </c:pt>
                <c:pt idx="100">
                  <c:v>63.12</c:v>
                </c:pt>
                <c:pt idx="101">
                  <c:v>63.18</c:v>
                </c:pt>
                <c:pt idx="102">
                  <c:v>62.8</c:v>
                </c:pt>
                <c:pt idx="103">
                  <c:v>62.74</c:v>
                </c:pt>
                <c:pt idx="104">
                  <c:v>62.96</c:v>
                </c:pt>
                <c:pt idx="105">
                  <c:v>63.32</c:v>
                </c:pt>
                <c:pt idx="106">
                  <c:v>63.18</c:v>
                </c:pt>
                <c:pt idx="107">
                  <c:v>62.91</c:v>
                </c:pt>
                <c:pt idx="108">
                  <c:v>62.84</c:v>
                </c:pt>
                <c:pt idx="109">
                  <c:v>63.54</c:v>
                </c:pt>
                <c:pt idx="110">
                  <c:v>63.21</c:v>
                </c:pt>
                <c:pt idx="111">
                  <c:v>63.41</c:v>
                </c:pt>
                <c:pt idx="112">
                  <c:v>63.48</c:v>
                </c:pt>
                <c:pt idx="113">
                  <c:v>63.38</c:v>
                </c:pt>
                <c:pt idx="114">
                  <c:v>63.56</c:v>
                </c:pt>
                <c:pt idx="115">
                  <c:v>63.63</c:v>
                </c:pt>
                <c:pt idx="116">
                  <c:v>63.22</c:v>
                </c:pt>
                <c:pt idx="117">
                  <c:v>63.62</c:v>
                </c:pt>
                <c:pt idx="118">
                  <c:v>63.53</c:v>
                </c:pt>
                <c:pt idx="119">
                  <c:v>63.39</c:v>
                </c:pt>
                <c:pt idx="120">
                  <c:v>63.18</c:v>
                </c:pt>
                <c:pt idx="121">
                  <c:v>63.73</c:v>
                </c:pt>
                <c:pt idx="122">
                  <c:v>63.74</c:v>
                </c:pt>
                <c:pt idx="123">
                  <c:v>63.5</c:v>
                </c:pt>
                <c:pt idx="124">
                  <c:v>63.5</c:v>
                </c:pt>
                <c:pt idx="125">
                  <c:v>64.04</c:v>
                </c:pt>
                <c:pt idx="126">
                  <c:v>63.4</c:v>
                </c:pt>
                <c:pt idx="127">
                  <c:v>64.05</c:v>
                </c:pt>
                <c:pt idx="128">
                  <c:v>63.52</c:v>
                </c:pt>
                <c:pt idx="129">
                  <c:v>63.53</c:v>
                </c:pt>
                <c:pt idx="130">
                  <c:v>63.56</c:v>
                </c:pt>
                <c:pt idx="131">
                  <c:v>63.93</c:v>
                </c:pt>
                <c:pt idx="132">
                  <c:v>63.42</c:v>
                </c:pt>
                <c:pt idx="133">
                  <c:v>63.82</c:v>
                </c:pt>
                <c:pt idx="134">
                  <c:v>63.98</c:v>
                </c:pt>
                <c:pt idx="135">
                  <c:v>63.87</c:v>
                </c:pt>
                <c:pt idx="136">
                  <c:v>63.64</c:v>
                </c:pt>
                <c:pt idx="137">
                  <c:v>63.56</c:v>
                </c:pt>
                <c:pt idx="138">
                  <c:v>63.66</c:v>
                </c:pt>
                <c:pt idx="139">
                  <c:v>64.07</c:v>
                </c:pt>
                <c:pt idx="140">
                  <c:v>63.8</c:v>
                </c:pt>
                <c:pt idx="141">
                  <c:v>63.68</c:v>
                </c:pt>
                <c:pt idx="142">
                  <c:v>63.63</c:v>
                </c:pt>
                <c:pt idx="143">
                  <c:v>63.86</c:v>
                </c:pt>
                <c:pt idx="144">
                  <c:v>63.73</c:v>
                </c:pt>
                <c:pt idx="145">
                  <c:v>63.49</c:v>
                </c:pt>
                <c:pt idx="146">
                  <c:v>63.77</c:v>
                </c:pt>
                <c:pt idx="147">
                  <c:v>63.62</c:v>
                </c:pt>
                <c:pt idx="148">
                  <c:v>64.35</c:v>
                </c:pt>
                <c:pt idx="149">
                  <c:v>63.77</c:v>
                </c:pt>
                <c:pt idx="150">
                  <c:v>63.9</c:v>
                </c:pt>
                <c:pt idx="151">
                  <c:v>63.59</c:v>
                </c:pt>
                <c:pt idx="152">
                  <c:v>63.74</c:v>
                </c:pt>
                <c:pt idx="153">
                  <c:v>63.84</c:v>
                </c:pt>
                <c:pt idx="154">
                  <c:v>63.91</c:v>
                </c:pt>
                <c:pt idx="155">
                  <c:v>64.2</c:v>
                </c:pt>
                <c:pt idx="156">
                  <c:v>64.26</c:v>
                </c:pt>
                <c:pt idx="157">
                  <c:v>64.26</c:v>
                </c:pt>
                <c:pt idx="158">
                  <c:v>63.76</c:v>
                </c:pt>
                <c:pt idx="159">
                  <c:v>63.83</c:v>
                </c:pt>
                <c:pt idx="160">
                  <c:v>64.17</c:v>
                </c:pt>
                <c:pt idx="161">
                  <c:v>64.02</c:v>
                </c:pt>
                <c:pt idx="162">
                  <c:v>63.88</c:v>
                </c:pt>
                <c:pt idx="163">
                  <c:v>64.3</c:v>
                </c:pt>
                <c:pt idx="164">
                  <c:v>64.25</c:v>
                </c:pt>
                <c:pt idx="165">
                  <c:v>63.82</c:v>
                </c:pt>
                <c:pt idx="166">
                  <c:v>64.33</c:v>
                </c:pt>
                <c:pt idx="167">
                  <c:v>64</c:v>
                </c:pt>
                <c:pt idx="168">
                  <c:v>64</c:v>
                </c:pt>
                <c:pt idx="169">
                  <c:v>64</c:v>
                </c:pt>
                <c:pt idx="170">
                  <c:v>64.36</c:v>
                </c:pt>
                <c:pt idx="171">
                  <c:v>64.17</c:v>
                </c:pt>
                <c:pt idx="172">
                  <c:v>64.47</c:v>
                </c:pt>
                <c:pt idx="173">
                  <c:v>64</c:v>
                </c:pt>
                <c:pt idx="174">
                  <c:v>64.1</c:v>
                </c:pt>
                <c:pt idx="175">
                  <c:v>64</c:v>
                </c:pt>
                <c:pt idx="176">
                  <c:v>64.12</c:v>
                </c:pt>
                <c:pt idx="177">
                  <c:v>64.1</c:v>
                </c:pt>
                <c:pt idx="178">
                  <c:v>64.05</c:v>
                </c:pt>
                <c:pt idx="179">
                  <c:v>64.15</c:v>
                </c:pt>
                <c:pt idx="180">
                  <c:v>64.26</c:v>
                </c:pt>
                <c:pt idx="181">
                  <c:v>63.72</c:v>
                </c:pt>
                <c:pt idx="182">
                  <c:v>64.21</c:v>
                </c:pt>
                <c:pt idx="183">
                  <c:v>64.02</c:v>
                </c:pt>
                <c:pt idx="184">
                  <c:v>63.63</c:v>
                </c:pt>
                <c:pt idx="185">
                  <c:v>63.81</c:v>
                </c:pt>
                <c:pt idx="186">
                  <c:v>64.13</c:v>
                </c:pt>
                <c:pt idx="187">
                  <c:v>63.77</c:v>
                </c:pt>
                <c:pt idx="188">
                  <c:v>63.68</c:v>
                </c:pt>
                <c:pt idx="189">
                  <c:v>64.27</c:v>
                </c:pt>
                <c:pt idx="190">
                  <c:v>64.01</c:v>
                </c:pt>
                <c:pt idx="191">
                  <c:v>64.22</c:v>
                </c:pt>
                <c:pt idx="192">
                  <c:v>64.27</c:v>
                </c:pt>
                <c:pt idx="193">
                  <c:v>63.64</c:v>
                </c:pt>
                <c:pt idx="194">
                  <c:v>63.54</c:v>
                </c:pt>
                <c:pt idx="195">
                  <c:v>63.76</c:v>
                </c:pt>
                <c:pt idx="196">
                  <c:v>63.67</c:v>
                </c:pt>
                <c:pt idx="197">
                  <c:v>63.76</c:v>
                </c:pt>
                <c:pt idx="198">
                  <c:v>63.48</c:v>
                </c:pt>
                <c:pt idx="199">
                  <c:v>64.08</c:v>
                </c:pt>
                <c:pt idx="200">
                  <c:v>63.55</c:v>
                </c:pt>
                <c:pt idx="201">
                  <c:v>63.38</c:v>
                </c:pt>
                <c:pt idx="202">
                  <c:v>63.9</c:v>
                </c:pt>
                <c:pt idx="203">
                  <c:v>63.81</c:v>
                </c:pt>
                <c:pt idx="204">
                  <c:v>63.85</c:v>
                </c:pt>
                <c:pt idx="205">
                  <c:v>63.57</c:v>
                </c:pt>
                <c:pt idx="206">
                  <c:v>63.37</c:v>
                </c:pt>
                <c:pt idx="207">
                  <c:v>64.08</c:v>
                </c:pt>
                <c:pt idx="208">
                  <c:v>63.57</c:v>
                </c:pt>
                <c:pt idx="209">
                  <c:v>63.98</c:v>
                </c:pt>
                <c:pt idx="210">
                  <c:v>63.56</c:v>
                </c:pt>
                <c:pt idx="211">
                  <c:v>63.37</c:v>
                </c:pt>
                <c:pt idx="212">
                  <c:v>63.6</c:v>
                </c:pt>
                <c:pt idx="213">
                  <c:v>63.98</c:v>
                </c:pt>
                <c:pt idx="214">
                  <c:v>63.45</c:v>
                </c:pt>
                <c:pt idx="215">
                  <c:v>63.17</c:v>
                </c:pt>
                <c:pt idx="216">
                  <c:v>63.48</c:v>
                </c:pt>
                <c:pt idx="217">
                  <c:v>63.33</c:v>
                </c:pt>
                <c:pt idx="218">
                  <c:v>63.27</c:v>
                </c:pt>
                <c:pt idx="219">
                  <c:v>63.36</c:v>
                </c:pt>
                <c:pt idx="220">
                  <c:v>63.52</c:v>
                </c:pt>
                <c:pt idx="221">
                  <c:v>63.26</c:v>
                </c:pt>
                <c:pt idx="222">
                  <c:v>63.83</c:v>
                </c:pt>
                <c:pt idx="223">
                  <c:v>63.5</c:v>
                </c:pt>
                <c:pt idx="224">
                  <c:v>63.25</c:v>
                </c:pt>
                <c:pt idx="225">
                  <c:v>63.26</c:v>
                </c:pt>
                <c:pt idx="226">
                  <c:v>63.13</c:v>
                </c:pt>
                <c:pt idx="227">
                  <c:v>63.11</c:v>
                </c:pt>
                <c:pt idx="228">
                  <c:v>63.19</c:v>
                </c:pt>
                <c:pt idx="229">
                  <c:v>63.35</c:v>
                </c:pt>
                <c:pt idx="230">
                  <c:v>63.12</c:v>
                </c:pt>
                <c:pt idx="231">
                  <c:v>63.26</c:v>
                </c:pt>
                <c:pt idx="232">
                  <c:v>63.41</c:v>
                </c:pt>
                <c:pt idx="233">
                  <c:v>63.11</c:v>
                </c:pt>
                <c:pt idx="234">
                  <c:v>63.12</c:v>
                </c:pt>
                <c:pt idx="235">
                  <c:v>62.94</c:v>
                </c:pt>
                <c:pt idx="236">
                  <c:v>63.4</c:v>
                </c:pt>
                <c:pt idx="237">
                  <c:v>62.86</c:v>
                </c:pt>
                <c:pt idx="238">
                  <c:v>62.91</c:v>
                </c:pt>
                <c:pt idx="239">
                  <c:v>62.87</c:v>
                </c:pt>
                <c:pt idx="240">
                  <c:v>62.82</c:v>
                </c:pt>
                <c:pt idx="241">
                  <c:v>63.05</c:v>
                </c:pt>
                <c:pt idx="242">
                  <c:v>62.93</c:v>
                </c:pt>
                <c:pt idx="243">
                  <c:v>62.66</c:v>
                </c:pt>
                <c:pt idx="244">
                  <c:v>62.69</c:v>
                </c:pt>
                <c:pt idx="245">
                  <c:v>63.01</c:v>
                </c:pt>
                <c:pt idx="246">
                  <c:v>68.15</c:v>
                </c:pt>
                <c:pt idx="247">
                  <c:v>66.46</c:v>
                </c:pt>
                <c:pt idx="248">
                  <c:v>62.86</c:v>
                </c:pt>
                <c:pt idx="249">
                  <c:v>63.25</c:v>
                </c:pt>
                <c:pt idx="250">
                  <c:v>63.26</c:v>
                </c:pt>
                <c:pt idx="251">
                  <c:v>63</c:v>
                </c:pt>
                <c:pt idx="252">
                  <c:v>63.04</c:v>
                </c:pt>
                <c:pt idx="253">
                  <c:v>62.55</c:v>
                </c:pt>
                <c:pt idx="254">
                  <c:v>62.82</c:v>
                </c:pt>
                <c:pt idx="255">
                  <c:v>62.84</c:v>
                </c:pt>
                <c:pt idx="256">
                  <c:v>62.86</c:v>
                </c:pt>
                <c:pt idx="257">
                  <c:v>62.55</c:v>
                </c:pt>
                <c:pt idx="258">
                  <c:v>62.95</c:v>
                </c:pt>
                <c:pt idx="259">
                  <c:v>62.45</c:v>
                </c:pt>
                <c:pt idx="260">
                  <c:v>62.52</c:v>
                </c:pt>
                <c:pt idx="261">
                  <c:v>62.79</c:v>
                </c:pt>
                <c:pt idx="262">
                  <c:v>62.3</c:v>
                </c:pt>
                <c:pt idx="263">
                  <c:v>62.43</c:v>
                </c:pt>
                <c:pt idx="264">
                  <c:v>62.45</c:v>
                </c:pt>
                <c:pt idx="265">
                  <c:v>62.31</c:v>
                </c:pt>
                <c:pt idx="266">
                  <c:v>62.34</c:v>
                </c:pt>
                <c:pt idx="267">
                  <c:v>62.11</c:v>
                </c:pt>
                <c:pt idx="268">
                  <c:v>62.31</c:v>
                </c:pt>
                <c:pt idx="269">
                  <c:v>62.54</c:v>
                </c:pt>
                <c:pt idx="270">
                  <c:v>62.82</c:v>
                </c:pt>
                <c:pt idx="271">
                  <c:v>62.64</c:v>
                </c:pt>
                <c:pt idx="272">
                  <c:v>62.02</c:v>
                </c:pt>
                <c:pt idx="273">
                  <c:v>62.23</c:v>
                </c:pt>
                <c:pt idx="274">
                  <c:v>62.07</c:v>
                </c:pt>
                <c:pt idx="275">
                  <c:v>62.55</c:v>
                </c:pt>
                <c:pt idx="276">
                  <c:v>62.28</c:v>
                </c:pt>
                <c:pt idx="277">
                  <c:v>62.43</c:v>
                </c:pt>
                <c:pt idx="278">
                  <c:v>62.43</c:v>
                </c:pt>
                <c:pt idx="279">
                  <c:v>62.2</c:v>
                </c:pt>
                <c:pt idx="280">
                  <c:v>62.6</c:v>
                </c:pt>
                <c:pt idx="281">
                  <c:v>61.98</c:v>
                </c:pt>
                <c:pt idx="282">
                  <c:v>62.18</c:v>
                </c:pt>
                <c:pt idx="283">
                  <c:v>62.03</c:v>
                </c:pt>
                <c:pt idx="284">
                  <c:v>61.83</c:v>
                </c:pt>
                <c:pt idx="285">
                  <c:v>62.39</c:v>
                </c:pt>
                <c:pt idx="286">
                  <c:v>62.02</c:v>
                </c:pt>
                <c:pt idx="287">
                  <c:v>61.79</c:v>
                </c:pt>
                <c:pt idx="288">
                  <c:v>62.26</c:v>
                </c:pt>
                <c:pt idx="289">
                  <c:v>61.94</c:v>
                </c:pt>
                <c:pt idx="290">
                  <c:v>62.13</c:v>
                </c:pt>
                <c:pt idx="291">
                  <c:v>62.13</c:v>
                </c:pt>
                <c:pt idx="292">
                  <c:v>61.87</c:v>
                </c:pt>
                <c:pt idx="293">
                  <c:v>62.09</c:v>
                </c:pt>
                <c:pt idx="294">
                  <c:v>62.24</c:v>
                </c:pt>
                <c:pt idx="295">
                  <c:v>61.85</c:v>
                </c:pt>
                <c:pt idx="296">
                  <c:v>61.97</c:v>
                </c:pt>
                <c:pt idx="297">
                  <c:v>62.1</c:v>
                </c:pt>
                <c:pt idx="298">
                  <c:v>62.15</c:v>
                </c:pt>
                <c:pt idx="299">
                  <c:v>62.13</c:v>
                </c:pt>
                <c:pt idx="300">
                  <c:v>61.9</c:v>
                </c:pt>
                <c:pt idx="301">
                  <c:v>62.02</c:v>
                </c:pt>
                <c:pt idx="302">
                  <c:v>61.55</c:v>
                </c:pt>
                <c:pt idx="303">
                  <c:v>62.02</c:v>
                </c:pt>
                <c:pt idx="304">
                  <c:v>61.96</c:v>
                </c:pt>
                <c:pt idx="305">
                  <c:v>61.61</c:v>
                </c:pt>
                <c:pt idx="306">
                  <c:v>62.01</c:v>
                </c:pt>
                <c:pt idx="307">
                  <c:v>62.12</c:v>
                </c:pt>
                <c:pt idx="308">
                  <c:v>62</c:v>
                </c:pt>
                <c:pt idx="309">
                  <c:v>61.94</c:v>
                </c:pt>
                <c:pt idx="310">
                  <c:v>61.66</c:v>
                </c:pt>
                <c:pt idx="311">
                  <c:v>61.56</c:v>
                </c:pt>
                <c:pt idx="312">
                  <c:v>62</c:v>
                </c:pt>
                <c:pt idx="313">
                  <c:v>61.49</c:v>
                </c:pt>
                <c:pt idx="314">
                  <c:v>61.88</c:v>
                </c:pt>
                <c:pt idx="315">
                  <c:v>61.71</c:v>
                </c:pt>
                <c:pt idx="316">
                  <c:v>61.72</c:v>
                </c:pt>
                <c:pt idx="317">
                  <c:v>61.75</c:v>
                </c:pt>
                <c:pt idx="318">
                  <c:v>61.57</c:v>
                </c:pt>
                <c:pt idx="319">
                  <c:v>61.59</c:v>
                </c:pt>
                <c:pt idx="320">
                  <c:v>61.96</c:v>
                </c:pt>
                <c:pt idx="321">
                  <c:v>61.65</c:v>
                </c:pt>
                <c:pt idx="322">
                  <c:v>61.92</c:v>
                </c:pt>
                <c:pt idx="323">
                  <c:v>61.92</c:v>
                </c:pt>
                <c:pt idx="324">
                  <c:v>61.41</c:v>
                </c:pt>
                <c:pt idx="325">
                  <c:v>61.67</c:v>
                </c:pt>
                <c:pt idx="326">
                  <c:v>61.82</c:v>
                </c:pt>
                <c:pt idx="327">
                  <c:v>61.99</c:v>
                </c:pt>
                <c:pt idx="328">
                  <c:v>61.49</c:v>
                </c:pt>
                <c:pt idx="329">
                  <c:v>62.06</c:v>
                </c:pt>
                <c:pt idx="330">
                  <c:v>61.51</c:v>
                </c:pt>
                <c:pt idx="331">
                  <c:v>61.78</c:v>
                </c:pt>
                <c:pt idx="332">
                  <c:v>61.72</c:v>
                </c:pt>
                <c:pt idx="333">
                  <c:v>61.54</c:v>
                </c:pt>
                <c:pt idx="334">
                  <c:v>61.82</c:v>
                </c:pt>
                <c:pt idx="335">
                  <c:v>61.9</c:v>
                </c:pt>
                <c:pt idx="336">
                  <c:v>62.03</c:v>
                </c:pt>
                <c:pt idx="337">
                  <c:v>61.54</c:v>
                </c:pt>
                <c:pt idx="338">
                  <c:v>61.73</c:v>
                </c:pt>
                <c:pt idx="339">
                  <c:v>61.95</c:v>
                </c:pt>
                <c:pt idx="340">
                  <c:v>61.86</c:v>
                </c:pt>
                <c:pt idx="341">
                  <c:v>61.34</c:v>
                </c:pt>
                <c:pt idx="342">
                  <c:v>61.84</c:v>
                </c:pt>
                <c:pt idx="343">
                  <c:v>61.95</c:v>
                </c:pt>
                <c:pt idx="344">
                  <c:v>61.89</c:v>
                </c:pt>
                <c:pt idx="345">
                  <c:v>61.62</c:v>
                </c:pt>
                <c:pt idx="346">
                  <c:v>61.82</c:v>
                </c:pt>
                <c:pt idx="347">
                  <c:v>61.85</c:v>
                </c:pt>
                <c:pt idx="348">
                  <c:v>61.88</c:v>
                </c:pt>
                <c:pt idx="349">
                  <c:v>61.78</c:v>
                </c:pt>
                <c:pt idx="350">
                  <c:v>61.61</c:v>
                </c:pt>
                <c:pt idx="351">
                  <c:v>62.02</c:v>
                </c:pt>
                <c:pt idx="352">
                  <c:v>61.74</c:v>
                </c:pt>
                <c:pt idx="353">
                  <c:v>61.37</c:v>
                </c:pt>
                <c:pt idx="354">
                  <c:v>61.72</c:v>
                </c:pt>
                <c:pt idx="355">
                  <c:v>61.96</c:v>
                </c:pt>
                <c:pt idx="356">
                  <c:v>62.2</c:v>
                </c:pt>
                <c:pt idx="357">
                  <c:v>61.71</c:v>
                </c:pt>
                <c:pt idx="358">
                  <c:v>61.8</c:v>
                </c:pt>
                <c:pt idx="359">
                  <c:v>62.13</c:v>
                </c:pt>
                <c:pt idx="360">
                  <c:v>62.1</c:v>
                </c:pt>
                <c:pt idx="361">
                  <c:v>61.53</c:v>
                </c:pt>
                <c:pt idx="362">
                  <c:v>61.69</c:v>
                </c:pt>
                <c:pt idx="363">
                  <c:v>61.91</c:v>
                </c:pt>
                <c:pt idx="364">
                  <c:v>61.77</c:v>
                </c:pt>
                <c:pt idx="365">
                  <c:v>61.67</c:v>
                </c:pt>
                <c:pt idx="366">
                  <c:v>61.7</c:v>
                </c:pt>
                <c:pt idx="367">
                  <c:v>61.9</c:v>
                </c:pt>
                <c:pt idx="368">
                  <c:v>62.12</c:v>
                </c:pt>
                <c:pt idx="369">
                  <c:v>62.17</c:v>
                </c:pt>
                <c:pt idx="370">
                  <c:v>62.26</c:v>
                </c:pt>
                <c:pt idx="371">
                  <c:v>61.73</c:v>
                </c:pt>
                <c:pt idx="372">
                  <c:v>62.16</c:v>
                </c:pt>
                <c:pt idx="373">
                  <c:v>61.84</c:v>
                </c:pt>
                <c:pt idx="374">
                  <c:v>62.21</c:v>
                </c:pt>
                <c:pt idx="375">
                  <c:v>62.29</c:v>
                </c:pt>
                <c:pt idx="376">
                  <c:v>62.31</c:v>
                </c:pt>
                <c:pt idx="377">
                  <c:v>62.39</c:v>
                </c:pt>
                <c:pt idx="378">
                  <c:v>61.9</c:v>
                </c:pt>
                <c:pt idx="379">
                  <c:v>61.84</c:v>
                </c:pt>
                <c:pt idx="380">
                  <c:v>62.34</c:v>
                </c:pt>
                <c:pt idx="381">
                  <c:v>62.39</c:v>
                </c:pt>
                <c:pt idx="382">
                  <c:v>62.28</c:v>
                </c:pt>
                <c:pt idx="383">
                  <c:v>62.38</c:v>
                </c:pt>
                <c:pt idx="384">
                  <c:v>62.17</c:v>
                </c:pt>
                <c:pt idx="385">
                  <c:v>62.23</c:v>
                </c:pt>
                <c:pt idx="386">
                  <c:v>62.35</c:v>
                </c:pt>
                <c:pt idx="387">
                  <c:v>62.6</c:v>
                </c:pt>
                <c:pt idx="388">
                  <c:v>62.23</c:v>
                </c:pt>
                <c:pt idx="389">
                  <c:v>62.41</c:v>
                </c:pt>
                <c:pt idx="390">
                  <c:v>62.48</c:v>
                </c:pt>
                <c:pt idx="391">
                  <c:v>62.75</c:v>
                </c:pt>
                <c:pt idx="392">
                  <c:v>62.95</c:v>
                </c:pt>
                <c:pt idx="393">
                  <c:v>62.73</c:v>
                </c:pt>
                <c:pt idx="394">
                  <c:v>62.53</c:v>
                </c:pt>
                <c:pt idx="395">
                  <c:v>62.54</c:v>
                </c:pt>
                <c:pt idx="396">
                  <c:v>62.59</c:v>
                </c:pt>
                <c:pt idx="397">
                  <c:v>62.75</c:v>
                </c:pt>
                <c:pt idx="398">
                  <c:v>62.61</c:v>
                </c:pt>
                <c:pt idx="399">
                  <c:v>62.99</c:v>
                </c:pt>
                <c:pt idx="400">
                  <c:v>62.6</c:v>
                </c:pt>
                <c:pt idx="401">
                  <c:v>62.46</c:v>
                </c:pt>
                <c:pt idx="402">
                  <c:v>62.46</c:v>
                </c:pt>
                <c:pt idx="403">
                  <c:v>62.75</c:v>
                </c:pt>
                <c:pt idx="404">
                  <c:v>62.6</c:v>
                </c:pt>
                <c:pt idx="405">
                  <c:v>62.85</c:v>
                </c:pt>
                <c:pt idx="406">
                  <c:v>62.97</c:v>
                </c:pt>
                <c:pt idx="407">
                  <c:v>63.12</c:v>
                </c:pt>
                <c:pt idx="408">
                  <c:v>62.85</c:v>
                </c:pt>
                <c:pt idx="409">
                  <c:v>63.48</c:v>
                </c:pt>
                <c:pt idx="410">
                  <c:v>63.07</c:v>
                </c:pt>
                <c:pt idx="411">
                  <c:v>63.02</c:v>
                </c:pt>
                <c:pt idx="412">
                  <c:v>63.36</c:v>
                </c:pt>
                <c:pt idx="413">
                  <c:v>63</c:v>
                </c:pt>
                <c:pt idx="414">
                  <c:v>63.11</c:v>
                </c:pt>
                <c:pt idx="415">
                  <c:v>63.08</c:v>
                </c:pt>
                <c:pt idx="416">
                  <c:v>63.16</c:v>
                </c:pt>
                <c:pt idx="417">
                  <c:v>63.67</c:v>
                </c:pt>
                <c:pt idx="418">
                  <c:v>63.19</c:v>
                </c:pt>
                <c:pt idx="419">
                  <c:v>63.32</c:v>
                </c:pt>
                <c:pt idx="420">
                  <c:v>63.75</c:v>
                </c:pt>
                <c:pt idx="421">
                  <c:v>63.17</c:v>
                </c:pt>
                <c:pt idx="422">
                  <c:v>63.69</c:v>
                </c:pt>
                <c:pt idx="423">
                  <c:v>63.83</c:v>
                </c:pt>
                <c:pt idx="424">
                  <c:v>63.4</c:v>
                </c:pt>
                <c:pt idx="425">
                  <c:v>63.65</c:v>
                </c:pt>
                <c:pt idx="426">
                  <c:v>63.35</c:v>
                </c:pt>
                <c:pt idx="427">
                  <c:v>63.55</c:v>
                </c:pt>
                <c:pt idx="428">
                  <c:v>63.55</c:v>
                </c:pt>
                <c:pt idx="429">
                  <c:v>63.89</c:v>
                </c:pt>
                <c:pt idx="430">
                  <c:v>63.4</c:v>
                </c:pt>
                <c:pt idx="431">
                  <c:v>63.66</c:v>
                </c:pt>
                <c:pt idx="432">
                  <c:v>64.1</c:v>
                </c:pt>
                <c:pt idx="433">
                  <c:v>63.32</c:v>
                </c:pt>
                <c:pt idx="434">
                  <c:v>63.85</c:v>
                </c:pt>
                <c:pt idx="435">
                  <c:v>63.95</c:v>
                </c:pt>
                <c:pt idx="436">
                  <c:v>63.57</c:v>
                </c:pt>
                <c:pt idx="437">
                  <c:v>63.8</c:v>
                </c:pt>
                <c:pt idx="438">
                  <c:v>64.13</c:v>
                </c:pt>
                <c:pt idx="439">
                  <c:v>63.73</c:v>
                </c:pt>
                <c:pt idx="440">
                  <c:v>63.51</c:v>
                </c:pt>
                <c:pt idx="441">
                  <c:v>63.54</c:v>
                </c:pt>
                <c:pt idx="442">
                  <c:v>64.4</c:v>
                </c:pt>
                <c:pt idx="443">
                  <c:v>63.73</c:v>
                </c:pt>
                <c:pt idx="444">
                  <c:v>63.91</c:v>
                </c:pt>
                <c:pt idx="445">
                  <c:v>64</c:v>
                </c:pt>
                <c:pt idx="446">
                  <c:v>63.75</c:v>
                </c:pt>
                <c:pt idx="447">
                  <c:v>63.89</c:v>
                </c:pt>
                <c:pt idx="448">
                  <c:v>64.09</c:v>
                </c:pt>
                <c:pt idx="449">
                  <c:v>64.47</c:v>
                </c:pt>
                <c:pt idx="450">
                  <c:v>64.42</c:v>
                </c:pt>
                <c:pt idx="451">
                  <c:v>64.09</c:v>
                </c:pt>
                <c:pt idx="452">
                  <c:v>64.01</c:v>
                </c:pt>
                <c:pt idx="453">
                  <c:v>64.68</c:v>
                </c:pt>
                <c:pt idx="454">
                  <c:v>64.31</c:v>
                </c:pt>
                <c:pt idx="455">
                  <c:v>64.09</c:v>
                </c:pt>
                <c:pt idx="456">
                  <c:v>64.65</c:v>
                </c:pt>
                <c:pt idx="457">
                  <c:v>64.44</c:v>
                </c:pt>
                <c:pt idx="458">
                  <c:v>64.21</c:v>
                </c:pt>
                <c:pt idx="459">
                  <c:v>64.21</c:v>
                </c:pt>
                <c:pt idx="460">
                  <c:v>64.32</c:v>
                </c:pt>
                <c:pt idx="461">
                  <c:v>64.68</c:v>
                </c:pt>
                <c:pt idx="462">
                  <c:v>64.85</c:v>
                </c:pt>
                <c:pt idx="463">
                  <c:v>64.45</c:v>
                </c:pt>
                <c:pt idx="464">
                  <c:v>64.96</c:v>
                </c:pt>
                <c:pt idx="465">
                  <c:v>64.7</c:v>
                </c:pt>
                <c:pt idx="466">
                  <c:v>65.05</c:v>
                </c:pt>
                <c:pt idx="467">
                  <c:v>64.88</c:v>
                </c:pt>
                <c:pt idx="468">
                  <c:v>64.6</c:v>
                </c:pt>
                <c:pt idx="469">
                  <c:v>65.13</c:v>
                </c:pt>
                <c:pt idx="470">
                  <c:v>64.86</c:v>
                </c:pt>
                <c:pt idx="471">
                  <c:v>64.74</c:v>
                </c:pt>
                <c:pt idx="472">
                  <c:v>64.92</c:v>
                </c:pt>
                <c:pt idx="473">
                  <c:v>64.81</c:v>
                </c:pt>
                <c:pt idx="474">
                  <c:v>64.77</c:v>
                </c:pt>
                <c:pt idx="475">
                  <c:v>64.83</c:v>
                </c:pt>
                <c:pt idx="476">
                  <c:v>65.33</c:v>
                </c:pt>
                <c:pt idx="477">
                  <c:v>65.05</c:v>
                </c:pt>
                <c:pt idx="478">
                  <c:v>65.28</c:v>
                </c:pt>
                <c:pt idx="479">
                  <c:v>64.84</c:v>
                </c:pt>
                <c:pt idx="480">
                  <c:v>64.98</c:v>
                </c:pt>
                <c:pt idx="481">
                  <c:v>65.4</c:v>
                </c:pt>
                <c:pt idx="482">
                  <c:v>65.26</c:v>
                </c:pt>
                <c:pt idx="483">
                  <c:v>65.29</c:v>
                </c:pt>
                <c:pt idx="484">
                  <c:v>64.96</c:v>
                </c:pt>
                <c:pt idx="485">
                  <c:v>65.41</c:v>
                </c:pt>
                <c:pt idx="486">
                  <c:v>65.42</c:v>
                </c:pt>
                <c:pt idx="487">
                  <c:v>65.35</c:v>
                </c:pt>
                <c:pt idx="488">
                  <c:v>65.39</c:v>
                </c:pt>
                <c:pt idx="489">
                  <c:v>65.47</c:v>
                </c:pt>
                <c:pt idx="490">
                  <c:v>65.61</c:v>
                </c:pt>
                <c:pt idx="491">
                  <c:v>65.5</c:v>
                </c:pt>
                <c:pt idx="492">
                  <c:v>65.44</c:v>
                </c:pt>
                <c:pt idx="493">
                  <c:v>65.56</c:v>
                </c:pt>
                <c:pt idx="494">
                  <c:v>65.7</c:v>
                </c:pt>
                <c:pt idx="495">
                  <c:v>65.48</c:v>
                </c:pt>
                <c:pt idx="496">
                  <c:v>65.67</c:v>
                </c:pt>
                <c:pt idx="497">
                  <c:v>67.35</c:v>
                </c:pt>
                <c:pt idx="498">
                  <c:v>67.28</c:v>
                </c:pt>
                <c:pt idx="499">
                  <c:v>67.06</c:v>
                </c:pt>
                <c:pt idx="500">
                  <c:v>67.44</c:v>
                </c:pt>
                <c:pt idx="501">
                  <c:v>67.28</c:v>
                </c:pt>
                <c:pt idx="502">
                  <c:v>67.54</c:v>
                </c:pt>
                <c:pt idx="503">
                  <c:v>67.27</c:v>
                </c:pt>
                <c:pt idx="504">
                  <c:v>67.52</c:v>
                </c:pt>
                <c:pt idx="505">
                  <c:v>67.51</c:v>
                </c:pt>
                <c:pt idx="506">
                  <c:v>67.51</c:v>
                </c:pt>
                <c:pt idx="507">
                  <c:v>67.48</c:v>
                </c:pt>
                <c:pt idx="508">
                  <c:v>67.26</c:v>
                </c:pt>
                <c:pt idx="509">
                  <c:v>67.04</c:v>
                </c:pt>
                <c:pt idx="510">
                  <c:v>67.26</c:v>
                </c:pt>
                <c:pt idx="511">
                  <c:v>67.2</c:v>
                </c:pt>
                <c:pt idx="512">
                  <c:v>67</c:v>
                </c:pt>
                <c:pt idx="513">
                  <c:v>67.65</c:v>
                </c:pt>
                <c:pt idx="514">
                  <c:v>67.2</c:v>
                </c:pt>
                <c:pt idx="515">
                  <c:v>67.84</c:v>
                </c:pt>
                <c:pt idx="516">
                  <c:v>67.49</c:v>
                </c:pt>
                <c:pt idx="517">
                  <c:v>67.14</c:v>
                </c:pt>
                <c:pt idx="518">
                  <c:v>67.41</c:v>
                </c:pt>
                <c:pt idx="519">
                  <c:v>67.21</c:v>
                </c:pt>
                <c:pt idx="520">
                  <c:v>67.83</c:v>
                </c:pt>
                <c:pt idx="521">
                  <c:v>67.76</c:v>
                </c:pt>
                <c:pt idx="522">
                  <c:v>67.23</c:v>
                </c:pt>
                <c:pt idx="523">
                  <c:v>67.34</c:v>
                </c:pt>
                <c:pt idx="524">
                  <c:v>67.45</c:v>
                </c:pt>
                <c:pt idx="525">
                  <c:v>67.15</c:v>
                </c:pt>
                <c:pt idx="526">
                  <c:v>67.41</c:v>
                </c:pt>
                <c:pt idx="527">
                  <c:v>67.3</c:v>
                </c:pt>
                <c:pt idx="528">
                  <c:v>67.63</c:v>
                </c:pt>
                <c:pt idx="529">
                  <c:v>67.38</c:v>
                </c:pt>
                <c:pt idx="530">
                  <c:v>67.56</c:v>
                </c:pt>
                <c:pt idx="531">
                  <c:v>67.61</c:v>
                </c:pt>
                <c:pt idx="532">
                  <c:v>67.61</c:v>
                </c:pt>
                <c:pt idx="533">
                  <c:v>67.74</c:v>
                </c:pt>
                <c:pt idx="534">
                  <c:v>67.74</c:v>
                </c:pt>
                <c:pt idx="535">
                  <c:v>67.78</c:v>
                </c:pt>
                <c:pt idx="536">
                  <c:v>67.46</c:v>
                </c:pt>
                <c:pt idx="537">
                  <c:v>67.07</c:v>
                </c:pt>
                <c:pt idx="538">
                  <c:v>67.17</c:v>
                </c:pt>
                <c:pt idx="539">
                  <c:v>67.32</c:v>
                </c:pt>
                <c:pt idx="540">
                  <c:v>67.69</c:v>
                </c:pt>
                <c:pt idx="541">
                  <c:v>67.63</c:v>
                </c:pt>
                <c:pt idx="542">
                  <c:v>67.72</c:v>
                </c:pt>
                <c:pt idx="543">
                  <c:v>67.45</c:v>
                </c:pt>
                <c:pt idx="544">
                  <c:v>67.04</c:v>
                </c:pt>
                <c:pt idx="545">
                  <c:v>67.47</c:v>
                </c:pt>
                <c:pt idx="546">
                  <c:v>67.55</c:v>
                </c:pt>
                <c:pt idx="547">
                  <c:v>67.34</c:v>
                </c:pt>
                <c:pt idx="548">
                  <c:v>67.25</c:v>
                </c:pt>
                <c:pt idx="549">
                  <c:v>67.12</c:v>
                </c:pt>
                <c:pt idx="550">
                  <c:v>67.59</c:v>
                </c:pt>
                <c:pt idx="551">
                  <c:v>67.45</c:v>
                </c:pt>
                <c:pt idx="552">
                  <c:v>67.19</c:v>
                </c:pt>
                <c:pt idx="553">
                  <c:v>66.9</c:v>
                </c:pt>
                <c:pt idx="554">
                  <c:v>67.39</c:v>
                </c:pt>
                <c:pt idx="555">
                  <c:v>67.31</c:v>
                </c:pt>
                <c:pt idx="556">
                  <c:v>67.05</c:v>
                </c:pt>
                <c:pt idx="557">
                  <c:v>66.9</c:v>
                </c:pt>
                <c:pt idx="558">
                  <c:v>67.22</c:v>
                </c:pt>
                <c:pt idx="559">
                  <c:v>66.96</c:v>
                </c:pt>
                <c:pt idx="560">
                  <c:v>67.29</c:v>
                </c:pt>
                <c:pt idx="561">
                  <c:v>66.99</c:v>
                </c:pt>
                <c:pt idx="562">
                  <c:v>67.54</c:v>
                </c:pt>
                <c:pt idx="563">
                  <c:v>67.55</c:v>
                </c:pt>
                <c:pt idx="564">
                  <c:v>67.1</c:v>
                </c:pt>
                <c:pt idx="565">
                  <c:v>67.01</c:v>
                </c:pt>
                <c:pt idx="566">
                  <c:v>67.44</c:v>
                </c:pt>
                <c:pt idx="567">
                  <c:v>67.3</c:v>
                </c:pt>
                <c:pt idx="568">
                  <c:v>67.5</c:v>
                </c:pt>
                <c:pt idx="569">
                  <c:v>67.31</c:v>
                </c:pt>
                <c:pt idx="570">
                  <c:v>66.93</c:v>
                </c:pt>
                <c:pt idx="571">
                  <c:v>67.3</c:v>
                </c:pt>
                <c:pt idx="572">
                  <c:v>67.36</c:v>
                </c:pt>
                <c:pt idx="573">
                  <c:v>66.85</c:v>
                </c:pt>
                <c:pt idx="574">
                  <c:v>66.92</c:v>
                </c:pt>
                <c:pt idx="575">
                  <c:v>67.42</c:v>
                </c:pt>
                <c:pt idx="576">
                  <c:v>67.18</c:v>
                </c:pt>
                <c:pt idx="577">
                  <c:v>67.35</c:v>
                </c:pt>
                <c:pt idx="578">
                  <c:v>67.14</c:v>
                </c:pt>
                <c:pt idx="579">
                  <c:v>66.64</c:v>
                </c:pt>
                <c:pt idx="580">
                  <c:v>66.69</c:v>
                </c:pt>
                <c:pt idx="581">
                  <c:v>66.75</c:v>
                </c:pt>
                <c:pt idx="582">
                  <c:v>66.76</c:v>
                </c:pt>
                <c:pt idx="583">
                  <c:v>66.63</c:v>
                </c:pt>
                <c:pt idx="584">
                  <c:v>66.76</c:v>
                </c:pt>
                <c:pt idx="585">
                  <c:v>66.99</c:v>
                </c:pt>
                <c:pt idx="586">
                  <c:v>66.76</c:v>
                </c:pt>
                <c:pt idx="587">
                  <c:v>66.78</c:v>
                </c:pt>
                <c:pt idx="588">
                  <c:v>66.86</c:v>
                </c:pt>
                <c:pt idx="589">
                  <c:v>66.63</c:v>
                </c:pt>
                <c:pt idx="590">
                  <c:v>66.52</c:v>
                </c:pt>
                <c:pt idx="591">
                  <c:v>66.78</c:v>
                </c:pt>
                <c:pt idx="592">
                  <c:v>66.76</c:v>
                </c:pt>
                <c:pt idx="593">
                  <c:v>66.28</c:v>
                </c:pt>
                <c:pt idx="594">
                  <c:v>66.52</c:v>
                </c:pt>
                <c:pt idx="595">
                  <c:v>66.93</c:v>
                </c:pt>
                <c:pt idx="596">
                  <c:v>66.39</c:v>
                </c:pt>
                <c:pt idx="597">
                  <c:v>66.37</c:v>
                </c:pt>
                <c:pt idx="598">
                  <c:v>66.76</c:v>
                </c:pt>
                <c:pt idx="599">
                  <c:v>66.87</c:v>
                </c:pt>
                <c:pt idx="600">
                  <c:v>66.65</c:v>
                </c:pt>
                <c:pt idx="601">
                  <c:v>66.2</c:v>
                </c:pt>
                <c:pt idx="602">
                  <c:v>66.09</c:v>
                </c:pt>
                <c:pt idx="603">
                  <c:v>66.11</c:v>
                </c:pt>
                <c:pt idx="604">
                  <c:v>66.31</c:v>
                </c:pt>
                <c:pt idx="605">
                  <c:v>66.34</c:v>
                </c:pt>
                <c:pt idx="606">
                  <c:v>66.61</c:v>
                </c:pt>
                <c:pt idx="607">
                  <c:v>66.19</c:v>
                </c:pt>
                <c:pt idx="608">
                  <c:v>66.2</c:v>
                </c:pt>
                <c:pt idx="609">
                  <c:v>66.01</c:v>
                </c:pt>
                <c:pt idx="610">
                  <c:v>66.41</c:v>
                </c:pt>
                <c:pt idx="611">
                  <c:v>66.34</c:v>
                </c:pt>
                <c:pt idx="612">
                  <c:v>66.44</c:v>
                </c:pt>
                <c:pt idx="613">
                  <c:v>66.25</c:v>
                </c:pt>
                <c:pt idx="614">
                  <c:v>66.14</c:v>
                </c:pt>
                <c:pt idx="615">
                  <c:v>66.51</c:v>
                </c:pt>
                <c:pt idx="616">
                  <c:v>65.96</c:v>
                </c:pt>
                <c:pt idx="617">
                  <c:v>66.13</c:v>
                </c:pt>
                <c:pt idx="618">
                  <c:v>66.47</c:v>
                </c:pt>
                <c:pt idx="619">
                  <c:v>66.09</c:v>
                </c:pt>
                <c:pt idx="620">
                  <c:v>65.77</c:v>
                </c:pt>
                <c:pt idx="621">
                  <c:v>66.02</c:v>
                </c:pt>
                <c:pt idx="622">
                  <c:v>65.98</c:v>
                </c:pt>
                <c:pt idx="623">
                  <c:v>66</c:v>
                </c:pt>
                <c:pt idx="624">
                  <c:v>65.91</c:v>
                </c:pt>
                <c:pt idx="625">
                  <c:v>65.81</c:v>
                </c:pt>
                <c:pt idx="626">
                  <c:v>65.7</c:v>
                </c:pt>
                <c:pt idx="627">
                  <c:v>66.09</c:v>
                </c:pt>
                <c:pt idx="628">
                  <c:v>65.52</c:v>
                </c:pt>
                <c:pt idx="629">
                  <c:v>65.69</c:v>
                </c:pt>
                <c:pt idx="630">
                  <c:v>65.48</c:v>
                </c:pt>
                <c:pt idx="631">
                  <c:v>65.84</c:v>
                </c:pt>
                <c:pt idx="632">
                  <c:v>65.99</c:v>
                </c:pt>
                <c:pt idx="633">
                  <c:v>65.66</c:v>
                </c:pt>
                <c:pt idx="634">
                  <c:v>65.44</c:v>
                </c:pt>
                <c:pt idx="635">
                  <c:v>65.37</c:v>
                </c:pt>
                <c:pt idx="636">
                  <c:v>65.38</c:v>
                </c:pt>
                <c:pt idx="637">
                  <c:v>65.7</c:v>
                </c:pt>
                <c:pt idx="638">
                  <c:v>65.28</c:v>
                </c:pt>
                <c:pt idx="639">
                  <c:v>65.42</c:v>
                </c:pt>
                <c:pt idx="640">
                  <c:v>65.93</c:v>
                </c:pt>
                <c:pt idx="641">
                  <c:v>65.78</c:v>
                </c:pt>
                <c:pt idx="642">
                  <c:v>65.54</c:v>
                </c:pt>
                <c:pt idx="643">
                  <c:v>65.51</c:v>
                </c:pt>
                <c:pt idx="644">
                  <c:v>65.36</c:v>
                </c:pt>
                <c:pt idx="645">
                  <c:v>65.53</c:v>
                </c:pt>
                <c:pt idx="646">
                  <c:v>65.67</c:v>
                </c:pt>
                <c:pt idx="647">
                  <c:v>65.6</c:v>
                </c:pt>
                <c:pt idx="648">
                  <c:v>65.1</c:v>
                </c:pt>
                <c:pt idx="649">
                  <c:v>65.48</c:v>
                </c:pt>
                <c:pt idx="650">
                  <c:v>65.65</c:v>
                </c:pt>
                <c:pt idx="651">
                  <c:v>65.53</c:v>
                </c:pt>
                <c:pt idx="652">
                  <c:v>65.61</c:v>
                </c:pt>
                <c:pt idx="653">
                  <c:v>65.38</c:v>
                </c:pt>
                <c:pt idx="654">
                  <c:v>65.37</c:v>
                </c:pt>
                <c:pt idx="655">
                  <c:v>65.13</c:v>
                </c:pt>
                <c:pt idx="656">
                  <c:v>65.16</c:v>
                </c:pt>
                <c:pt idx="657">
                  <c:v>65</c:v>
                </c:pt>
                <c:pt idx="658">
                  <c:v>65.44</c:v>
                </c:pt>
                <c:pt idx="659">
                  <c:v>65.18</c:v>
                </c:pt>
                <c:pt idx="660">
                  <c:v>65.4</c:v>
                </c:pt>
                <c:pt idx="661">
                  <c:v>65.38</c:v>
                </c:pt>
                <c:pt idx="662">
                  <c:v>65.27</c:v>
                </c:pt>
                <c:pt idx="663">
                  <c:v>64.74</c:v>
                </c:pt>
                <c:pt idx="664">
                  <c:v>64.9</c:v>
                </c:pt>
                <c:pt idx="665">
                  <c:v>64.84</c:v>
                </c:pt>
                <c:pt idx="666">
                  <c:v>65.01</c:v>
                </c:pt>
                <c:pt idx="667">
                  <c:v>65.15</c:v>
                </c:pt>
                <c:pt idx="668">
                  <c:v>64.99</c:v>
                </c:pt>
                <c:pt idx="669">
                  <c:v>64.86</c:v>
                </c:pt>
                <c:pt idx="670">
                  <c:v>65.39</c:v>
                </c:pt>
                <c:pt idx="671">
                  <c:v>64.8</c:v>
                </c:pt>
                <c:pt idx="672">
                  <c:v>65.04</c:v>
                </c:pt>
                <c:pt idx="673">
                  <c:v>65.19</c:v>
                </c:pt>
                <c:pt idx="674">
                  <c:v>64.83</c:v>
                </c:pt>
                <c:pt idx="675">
                  <c:v>65.19</c:v>
                </c:pt>
                <c:pt idx="676">
                  <c:v>64.96</c:v>
                </c:pt>
                <c:pt idx="677">
                  <c:v>64.68</c:v>
                </c:pt>
                <c:pt idx="678">
                  <c:v>64.7</c:v>
                </c:pt>
                <c:pt idx="679">
                  <c:v>65.08</c:v>
                </c:pt>
                <c:pt idx="680">
                  <c:v>65.3</c:v>
                </c:pt>
                <c:pt idx="681">
                  <c:v>65.09</c:v>
                </c:pt>
                <c:pt idx="682">
                  <c:v>64.99</c:v>
                </c:pt>
                <c:pt idx="683">
                  <c:v>65.06</c:v>
                </c:pt>
                <c:pt idx="684">
                  <c:v>65.19</c:v>
                </c:pt>
                <c:pt idx="685">
                  <c:v>64.72</c:v>
                </c:pt>
                <c:pt idx="686">
                  <c:v>65.29</c:v>
                </c:pt>
                <c:pt idx="687">
                  <c:v>64.48</c:v>
                </c:pt>
                <c:pt idx="688">
                  <c:v>64.48</c:v>
                </c:pt>
                <c:pt idx="689">
                  <c:v>65.04</c:v>
                </c:pt>
                <c:pt idx="690">
                  <c:v>64.57</c:v>
                </c:pt>
                <c:pt idx="691">
                  <c:v>64.85</c:v>
                </c:pt>
                <c:pt idx="692">
                  <c:v>65.08</c:v>
                </c:pt>
                <c:pt idx="693">
                  <c:v>64.53</c:v>
                </c:pt>
                <c:pt idx="694">
                  <c:v>65</c:v>
                </c:pt>
                <c:pt idx="695">
                  <c:v>65.02</c:v>
                </c:pt>
                <c:pt idx="696">
                  <c:v>65.04</c:v>
                </c:pt>
                <c:pt idx="697">
                  <c:v>64.76</c:v>
                </c:pt>
                <c:pt idx="698">
                  <c:v>64.63</c:v>
                </c:pt>
                <c:pt idx="699">
                  <c:v>64.58</c:v>
                </c:pt>
                <c:pt idx="700">
                  <c:v>64.96</c:v>
                </c:pt>
                <c:pt idx="701">
                  <c:v>65.19</c:v>
                </c:pt>
                <c:pt idx="702">
                  <c:v>65.18</c:v>
                </c:pt>
                <c:pt idx="703">
                  <c:v>65.22</c:v>
                </c:pt>
                <c:pt idx="704">
                  <c:v>65.04</c:v>
                </c:pt>
                <c:pt idx="705">
                  <c:v>64.77</c:v>
                </c:pt>
                <c:pt idx="706">
                  <c:v>64.89</c:v>
                </c:pt>
                <c:pt idx="707">
                  <c:v>64.68</c:v>
                </c:pt>
                <c:pt idx="708">
                  <c:v>65.18</c:v>
                </c:pt>
                <c:pt idx="709">
                  <c:v>65.08</c:v>
                </c:pt>
                <c:pt idx="710">
                  <c:v>64.59</c:v>
                </c:pt>
                <c:pt idx="711">
                  <c:v>64.77</c:v>
                </c:pt>
                <c:pt idx="712">
                  <c:v>64.85</c:v>
                </c:pt>
                <c:pt idx="713">
                  <c:v>65.04</c:v>
                </c:pt>
                <c:pt idx="714">
                  <c:v>64.63</c:v>
                </c:pt>
                <c:pt idx="715">
                  <c:v>65.14</c:v>
                </c:pt>
                <c:pt idx="716">
                  <c:v>65.14</c:v>
                </c:pt>
                <c:pt idx="717">
                  <c:v>65.33</c:v>
                </c:pt>
                <c:pt idx="718">
                  <c:v>65.07</c:v>
                </c:pt>
                <c:pt idx="719">
                  <c:v>64.76</c:v>
                </c:pt>
                <c:pt idx="720">
                  <c:v>65.15</c:v>
                </c:pt>
                <c:pt idx="721">
                  <c:v>65.21</c:v>
                </c:pt>
                <c:pt idx="722">
                  <c:v>65.04</c:v>
                </c:pt>
                <c:pt idx="723">
                  <c:v>65.25</c:v>
                </c:pt>
                <c:pt idx="724">
                  <c:v>65.16</c:v>
                </c:pt>
                <c:pt idx="725">
                  <c:v>65.12</c:v>
                </c:pt>
                <c:pt idx="726">
                  <c:v>64.71</c:v>
                </c:pt>
                <c:pt idx="727">
                  <c:v>64.8</c:v>
                </c:pt>
                <c:pt idx="728">
                  <c:v>64.93</c:v>
                </c:pt>
                <c:pt idx="729">
                  <c:v>64.89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71"/>
          <c:min val="58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Sheet1!$A$2:$A$731</c:f>
              <c:multiLvlStrCache>
                <c:ptCount val="730"/>
                <c:lvl>
                  <c:pt idx="0">
                    <c:v>Jan 24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>Apr 24</c:v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>Jul 24</c:v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>Oct 24</c:v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>Jan 25</c:v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/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>Apr 25</c:v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/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/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/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>Jul 25</c:v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/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/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>Oct 25</c:v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/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/>
                  </c:pt>
                  <c:pt idx="700">
                    <c:v/>
                  </c:pt>
                  <c:pt idx="701">
                    <c:v/>
                  </c:pt>
                  <c:pt idx="702">
                    <c:v/>
                  </c:pt>
                  <c:pt idx="703">
                    <c:v/>
                  </c:pt>
                  <c:pt idx="704">
                    <c:v/>
                  </c:pt>
                  <c:pt idx="705">
                    <c:v/>
                  </c:pt>
                  <c:pt idx="706">
                    <c:v/>
                  </c:pt>
                  <c:pt idx="707">
                    <c:v/>
                  </c:pt>
                  <c:pt idx="708">
                    <c:v/>
                  </c:pt>
                  <c:pt idx="709">
                    <c:v/>
                  </c:pt>
                  <c:pt idx="710">
                    <c:v/>
                  </c:pt>
                  <c:pt idx="711">
                    <c:v/>
                  </c:pt>
                  <c:pt idx="712">
                    <c:v/>
                  </c:pt>
                  <c:pt idx="713">
                    <c:v/>
                  </c:pt>
                  <c:pt idx="714">
                    <c:v/>
                  </c:pt>
                  <c:pt idx="715">
                    <c:v/>
                  </c:pt>
                  <c:pt idx="716">
                    <c:v/>
                  </c:pt>
                  <c:pt idx="717">
                    <c:v/>
                  </c:pt>
                  <c:pt idx="718">
                    <c:v/>
                  </c:pt>
                  <c:pt idx="719">
                    <c:v/>
                  </c:pt>
                  <c:pt idx="720">
                    <c:v/>
                  </c:pt>
                  <c:pt idx="721">
                    <c:v/>
                  </c:pt>
                  <c:pt idx="722">
                    <c:v/>
                  </c:pt>
                  <c:pt idx="723">
                    <c:v/>
                  </c:pt>
                  <c:pt idx="724">
                    <c:v/>
                  </c:pt>
                  <c:pt idx="725">
                    <c:v/>
                  </c:pt>
                  <c:pt idx="726">
                    <c:v/>
                  </c:pt>
                  <c:pt idx="727">
                    <c:v/>
                  </c:pt>
                  <c:pt idx="728">
                    <c:v/>
                  </c:pt>
                  <c:pt idx="729">
                    <c:v/>
                  </c:pt>
                </c:lvl>
              </c:multiLvlStrCache>
            </c:multiLvlStrRef>
          </c:cat>
          <c:val>
            <c:numRef>
              <c:f>Sheet1!$B$2:$B$731</c:f>
              <c:numCache>
                <c:formatCode>General</c:formatCode>
                <c:ptCount val="730"/>
                <c:pt idx="0">
                  <c:v>-0.05</c:v>
                </c:pt>
                <c:pt idx="1">
                  <c:v>0.15</c:v>
                </c:pt>
                <c:pt idx="2">
                  <c:v>-0.18</c:v>
                </c:pt>
                <c:pt idx="3">
                  <c:v>-0.05</c:v>
                </c:pt>
                <c:pt idx="4">
                  <c:v>-0.06</c:v>
                </c:pt>
                <c:pt idx="5">
                  <c:v>-0.11</c:v>
                </c:pt>
                <c:pt idx="6">
                  <c:v>0.31</c:v>
                </c:pt>
                <c:pt idx="7">
                  <c:v>-0.04</c:v>
                </c:pt>
                <c:pt idx="8">
                  <c:v>0.06</c:v>
                </c:pt>
                <c:pt idx="9">
                  <c:v>0.17</c:v>
                </c:pt>
                <c:pt idx="10">
                  <c:v>-0.11</c:v>
                </c:pt>
                <c:pt idx="11">
                  <c:v>0.18</c:v>
                </c:pt>
                <c:pt idx="12">
                  <c:v>-0.27</c:v>
                </c:pt>
                <c:pt idx="13">
                  <c:v>-0.27</c:v>
                </c:pt>
                <c:pt idx="14">
                  <c:v>-0.23</c:v>
                </c:pt>
                <c:pt idx="15">
                  <c:v>-0.18</c:v>
                </c:pt>
                <c:pt idx="16">
                  <c:v>-0.19</c:v>
                </c:pt>
                <c:pt idx="17">
                  <c:v>0.13</c:v>
                </c:pt>
                <c:pt idx="18">
                  <c:v>0.13</c:v>
                </c:pt>
                <c:pt idx="19">
                  <c:v>-0.2</c:v>
                </c:pt>
                <c:pt idx="20">
                  <c:v>-0.29</c:v>
                </c:pt>
                <c:pt idx="21">
                  <c:v>-0.36</c:v>
                </c:pt>
                <c:pt idx="22">
                  <c:v>-0.13</c:v>
                </c:pt>
                <c:pt idx="23">
                  <c:v>0.29</c:v>
                </c:pt>
                <c:pt idx="24">
                  <c:v>0.06</c:v>
                </c:pt>
                <c:pt idx="25">
                  <c:v>0.2</c:v>
                </c:pt>
                <c:pt idx="26">
                  <c:v>-0.21</c:v>
                </c:pt>
                <c:pt idx="27">
                  <c:v>0.01</c:v>
                </c:pt>
                <c:pt idx="28">
                  <c:v>-0.05</c:v>
                </c:pt>
                <c:pt idx="29">
                  <c:v>0.29</c:v>
                </c:pt>
                <c:pt idx="30">
                  <c:v>-0.22</c:v>
                </c:pt>
                <c:pt idx="31">
                  <c:v>-0.16</c:v>
                </c:pt>
                <c:pt idx="32">
                  <c:v>-0.09</c:v>
                </c:pt>
                <c:pt idx="33">
                  <c:v>0.14</c:v>
                </c:pt>
                <c:pt idx="34">
                  <c:v>-0.02</c:v>
                </c:pt>
                <c:pt idx="35">
                  <c:v>-0.31</c:v>
                </c:pt>
                <c:pt idx="36">
                  <c:v>-0.31</c:v>
                </c:pt>
                <c:pt idx="37">
                  <c:v>-0.33</c:v>
                </c:pt>
                <c:pt idx="38">
                  <c:v>-0.01</c:v>
                </c:pt>
                <c:pt idx="39">
                  <c:v>-0.32</c:v>
                </c:pt>
                <c:pt idx="40">
                  <c:v>-0.28</c:v>
                </c:pt>
                <c:pt idx="41">
                  <c:v>0.14</c:v>
                </c:pt>
                <c:pt idx="42">
                  <c:v>-0.28</c:v>
                </c:pt>
                <c:pt idx="43">
                  <c:v>-0.39</c:v>
                </c:pt>
                <c:pt idx="44">
                  <c:v>-0.05</c:v>
                </c:pt>
                <c:pt idx="45">
                  <c:v>-0.51</c:v>
                </c:pt>
                <c:pt idx="46">
                  <c:v>-0.2</c:v>
                </c:pt>
                <c:pt idx="47">
                  <c:v>0.05</c:v>
                </c:pt>
                <c:pt idx="48">
                  <c:v>0.33</c:v>
                </c:pt>
                <c:pt idx="49">
                  <c:v>0.11</c:v>
                </c:pt>
                <c:pt idx="50">
                  <c:v>-0.01</c:v>
                </c:pt>
                <c:pt idx="51">
                  <c:v>0.24</c:v>
                </c:pt>
                <c:pt idx="52">
                  <c:v>0.01</c:v>
                </c:pt>
                <c:pt idx="53">
                  <c:v>0.42</c:v>
                </c:pt>
                <c:pt idx="54">
                  <c:v>0.31</c:v>
                </c:pt>
                <c:pt idx="55">
                  <c:v>-0.35</c:v>
                </c:pt>
                <c:pt idx="56">
                  <c:v>0.1</c:v>
                </c:pt>
                <c:pt idx="57">
                  <c:v>-0.09</c:v>
                </c:pt>
                <c:pt idx="58">
                  <c:v>-0.33</c:v>
                </c:pt>
                <c:pt idx="59">
                  <c:v>0.1</c:v>
                </c:pt>
                <c:pt idx="60">
                  <c:v>-0.34</c:v>
                </c:pt>
                <c:pt idx="61">
                  <c:v>0.26</c:v>
                </c:pt>
                <c:pt idx="62">
                  <c:v>0.02</c:v>
                </c:pt>
                <c:pt idx="63">
                  <c:v>0.08</c:v>
                </c:pt>
                <c:pt idx="64">
                  <c:v>0.29</c:v>
                </c:pt>
                <c:pt idx="65">
                  <c:v>0.25</c:v>
                </c:pt>
                <c:pt idx="66">
                  <c:v>-0.16</c:v>
                </c:pt>
                <c:pt idx="67">
                  <c:v>-0.32</c:v>
                </c:pt>
                <c:pt idx="68">
                  <c:v>0.14</c:v>
                </c:pt>
                <c:pt idx="69">
                  <c:v>0.16</c:v>
                </c:pt>
                <c:pt idx="70">
                  <c:v>-0.39</c:v>
                </c:pt>
                <c:pt idx="71">
                  <c:v>-0.37</c:v>
                </c:pt>
                <c:pt idx="72">
                  <c:v>0.21</c:v>
                </c:pt>
                <c:pt idx="73">
                  <c:v>0.35</c:v>
                </c:pt>
                <c:pt idx="74">
                  <c:v>0.06</c:v>
                </c:pt>
                <c:pt idx="75">
                  <c:v>-0.32</c:v>
                </c:pt>
                <c:pt idx="76">
                  <c:v>0.09</c:v>
                </c:pt>
                <c:pt idx="77">
                  <c:v>0.18</c:v>
                </c:pt>
                <c:pt idx="78">
                  <c:v>0.42</c:v>
                </c:pt>
                <c:pt idx="79">
                  <c:v>-0.16</c:v>
                </c:pt>
                <c:pt idx="80">
                  <c:v>-0.39</c:v>
                </c:pt>
                <c:pt idx="81">
                  <c:v>0.09</c:v>
                </c:pt>
                <c:pt idx="82">
                  <c:v>-0.35</c:v>
                </c:pt>
                <c:pt idx="83">
                  <c:v>-0.07</c:v>
                </c:pt>
                <c:pt idx="84">
                  <c:v>0.22</c:v>
                </c:pt>
                <c:pt idx="85">
                  <c:v>-0.18</c:v>
                </c:pt>
                <c:pt idx="86">
                  <c:v>-0.05</c:v>
                </c:pt>
                <c:pt idx="87">
                  <c:v>0.18</c:v>
                </c:pt>
                <c:pt idx="88">
                  <c:v>0.33</c:v>
                </c:pt>
                <c:pt idx="89">
                  <c:v>-0.02</c:v>
                </c:pt>
                <c:pt idx="90">
                  <c:v>0.14</c:v>
                </c:pt>
                <c:pt idx="91">
                  <c:v>-0.06</c:v>
                </c:pt>
                <c:pt idx="92">
                  <c:v>-0.15</c:v>
                </c:pt>
                <c:pt idx="93">
                  <c:v>0.09</c:v>
                </c:pt>
                <c:pt idx="94">
                  <c:v>0.09</c:v>
                </c:pt>
                <c:pt idx="95">
                  <c:v>-0.12</c:v>
                </c:pt>
                <c:pt idx="96">
                  <c:v>-0.29</c:v>
                </c:pt>
                <c:pt idx="97">
                  <c:v>0.04</c:v>
                </c:pt>
                <c:pt idx="98">
                  <c:v>0.15</c:v>
                </c:pt>
                <c:pt idx="99">
                  <c:v>-0.29</c:v>
                </c:pt>
                <c:pt idx="100">
                  <c:v>0.27</c:v>
                </c:pt>
                <c:pt idx="101">
                  <c:v>0.1</c:v>
                </c:pt>
                <c:pt idx="102">
                  <c:v>-0.46</c:v>
                </c:pt>
                <c:pt idx="103">
                  <c:v>-0.09</c:v>
                </c:pt>
                <c:pt idx="104">
                  <c:v>-0.01</c:v>
                </c:pt>
                <c:pt idx="105">
                  <c:v>-0.02</c:v>
                </c:pt>
                <c:pt idx="106">
                  <c:v>0.08</c:v>
                </c:pt>
                <c:pt idx="107">
                  <c:v>-0.38</c:v>
                </c:pt>
                <c:pt idx="108">
                  <c:v>-0.21</c:v>
                </c:pt>
                <c:pt idx="109">
                  <c:v>0.16</c:v>
                </c:pt>
                <c:pt idx="110">
                  <c:v>-0.3</c:v>
                </c:pt>
                <c:pt idx="111">
                  <c:v>0.25</c:v>
                </c:pt>
                <c:pt idx="112">
                  <c:v>0.13</c:v>
                </c:pt>
                <c:pt idx="113">
                  <c:v>0.03</c:v>
                </c:pt>
                <c:pt idx="114">
                  <c:v>0.33</c:v>
                </c:pt>
                <c:pt idx="115">
                  <c:v>0.03</c:v>
                </c:pt>
                <c:pt idx="116">
                  <c:v>-0.17</c:v>
                </c:pt>
                <c:pt idx="117">
                  <c:v>0.41</c:v>
                </c:pt>
                <c:pt idx="118">
                  <c:v>0.22</c:v>
                </c:pt>
                <c:pt idx="119">
                  <c:v>0.16</c:v>
                </c:pt>
                <c:pt idx="120">
                  <c:v>-0.34</c:v>
                </c:pt>
                <c:pt idx="121">
                  <c:v>0.49</c:v>
                </c:pt>
                <c:pt idx="122">
                  <c:v>0.21</c:v>
                </c:pt>
                <c:pt idx="123">
                  <c:v>0.13</c:v>
                </c:pt>
                <c:pt idx="124">
                  <c:v>0.15</c:v>
                </c:pt>
                <c:pt idx="125">
                  <c:v>0.26</c:v>
                </c:pt>
                <c:pt idx="126">
                  <c:v>0.02</c:v>
                </c:pt>
                <c:pt idx="127">
                  <c:v>0.27</c:v>
                </c:pt>
                <c:pt idx="128">
                  <c:v>0.05</c:v>
                </c:pt>
                <c:pt idx="129">
                  <c:v>-0.13</c:v>
                </c:pt>
                <c:pt idx="130">
                  <c:v>0.03</c:v>
                </c:pt>
                <c:pt idx="131">
                  <c:v>0.05</c:v>
                </c:pt>
                <c:pt idx="132">
                  <c:v>-0.28</c:v>
                </c:pt>
                <c:pt idx="133">
                  <c:v>-0.01</c:v>
                </c:pt>
                <c:pt idx="134">
                  <c:v>0.47</c:v>
                </c:pt>
                <c:pt idx="135">
                  <c:v>0.14</c:v>
                </c:pt>
                <c:pt idx="136">
                  <c:v>-0.32</c:v>
                </c:pt>
                <c:pt idx="137">
                  <c:v>-0.2</c:v>
                </c:pt>
                <c:pt idx="138">
                  <c:v>-0.16</c:v>
                </c:pt>
                <c:pt idx="139">
                  <c:v>0.2</c:v>
                </c:pt>
                <c:pt idx="140">
                  <c:v>-0.3</c:v>
                </c:pt>
                <c:pt idx="141">
                  <c:v>-0.03</c:v>
                </c:pt>
                <c:pt idx="142">
                  <c:v>-0.01</c:v>
                </c:pt>
                <c:pt idx="143">
                  <c:v>-0.16</c:v>
                </c:pt>
                <c:pt idx="144">
                  <c:v>0.04</c:v>
                </c:pt>
                <c:pt idx="145">
                  <c:v>-0.17</c:v>
                </c:pt>
                <c:pt idx="146">
                  <c:v>-0.32</c:v>
                </c:pt>
                <c:pt idx="147">
                  <c:v>-0.26</c:v>
                </c:pt>
                <c:pt idx="148">
                  <c:v>0.22</c:v>
                </c:pt>
                <c:pt idx="149">
                  <c:v>-0.07</c:v>
                </c:pt>
                <c:pt idx="150">
                  <c:v>-0.03</c:v>
                </c:pt>
                <c:pt idx="151">
                  <c:v>-0.2</c:v>
                </c:pt>
                <c:pt idx="152">
                  <c:v>-0.18</c:v>
                </c:pt>
                <c:pt idx="153">
                  <c:v>0.04</c:v>
                </c:pt>
                <c:pt idx="154">
                  <c:v>0.06</c:v>
                </c:pt>
                <c:pt idx="155">
                  <c:v>-0.03</c:v>
                </c:pt>
                <c:pt idx="156">
                  <c:v>0.25</c:v>
                </c:pt>
                <c:pt idx="157">
                  <c:v>0.15</c:v>
                </c:pt>
                <c:pt idx="158">
                  <c:v>-0.07</c:v>
                </c:pt>
                <c:pt idx="159">
                  <c:v>0.03</c:v>
                </c:pt>
                <c:pt idx="160">
                  <c:v>0.35</c:v>
                </c:pt>
                <c:pt idx="161">
                  <c:v>0.1</c:v>
                </c:pt>
                <c:pt idx="162">
                  <c:v>-0.32</c:v>
                </c:pt>
                <c:pt idx="163">
                  <c:v>0.23</c:v>
                </c:pt>
                <c:pt idx="164">
                  <c:v>0.06</c:v>
                </c:pt>
                <c:pt idx="165">
                  <c:v>-0.35</c:v>
                </c:pt>
                <c:pt idx="166">
                  <c:v>0.29</c:v>
                </c:pt>
                <c:pt idx="167">
                  <c:v>0.2</c:v>
                </c:pt>
                <c:pt idx="168">
                  <c:v>0.05</c:v>
                </c:pt>
                <c:pt idx="169">
                  <c:v>0.06</c:v>
                </c:pt>
                <c:pt idx="170">
                  <c:v>0.2</c:v>
                </c:pt>
                <c:pt idx="171">
                  <c:v>0.27</c:v>
                </c:pt>
                <c:pt idx="172">
                  <c:v>0.3</c:v>
                </c:pt>
                <c:pt idx="173">
                  <c:v>-0.29</c:v>
                </c:pt>
                <c:pt idx="174">
                  <c:v>-0.09</c:v>
                </c:pt>
                <c:pt idx="175">
                  <c:v>-0.1</c:v>
                </c:pt>
                <c:pt idx="176">
                  <c:v>0.31</c:v>
                </c:pt>
                <c:pt idx="177">
                  <c:v>-0.1</c:v>
                </c:pt>
                <c:pt idx="178">
                  <c:v>0.19</c:v>
                </c:pt>
                <c:pt idx="179">
                  <c:v>0.19</c:v>
                </c:pt>
                <c:pt idx="180">
                  <c:v>0.49</c:v>
                </c:pt>
                <c:pt idx="181">
                  <c:v>-0.17</c:v>
                </c:pt>
                <c:pt idx="182">
                  <c:v>0.27</c:v>
                </c:pt>
                <c:pt idx="183">
                  <c:v>0.19</c:v>
                </c:pt>
                <c:pt idx="184">
                  <c:v>-0.15</c:v>
                </c:pt>
                <c:pt idx="185">
                  <c:v>-0.4</c:v>
                </c:pt>
                <c:pt idx="186">
                  <c:v>0.3</c:v>
                </c:pt>
                <c:pt idx="187">
                  <c:v>-0.01</c:v>
                </c:pt>
                <c:pt idx="188">
                  <c:v>-0.28</c:v>
                </c:pt>
                <c:pt idx="189">
                  <c:v>0.24</c:v>
                </c:pt>
                <c:pt idx="190">
                  <c:v>0.18</c:v>
                </c:pt>
                <c:pt idx="191">
                  <c:v>0.07</c:v>
                </c:pt>
                <c:pt idx="192">
                  <c:v>0.21</c:v>
                </c:pt>
                <c:pt idx="193">
                  <c:v>-0.37</c:v>
                </c:pt>
                <c:pt idx="194">
                  <c:v>-0.07</c:v>
                </c:pt>
                <c:pt idx="195">
                  <c:v>-0.19</c:v>
                </c:pt>
                <c:pt idx="196">
                  <c:v>-0.24</c:v>
                </c:pt>
                <c:pt idx="197">
                  <c:v>-0.02</c:v>
                </c:pt>
                <c:pt idx="198">
                  <c:v>-0.19</c:v>
                </c:pt>
                <c:pt idx="199">
                  <c:v>0.11</c:v>
                </c:pt>
                <c:pt idx="200">
                  <c:v>-0.19</c:v>
                </c:pt>
                <c:pt idx="201">
                  <c:v>-0.17</c:v>
                </c:pt>
                <c:pt idx="202">
                  <c:v>0.38</c:v>
                </c:pt>
                <c:pt idx="203">
                  <c:v>0.1</c:v>
                </c:pt>
                <c:pt idx="204">
                  <c:v>-0.07</c:v>
                </c:pt>
                <c:pt idx="205">
                  <c:v>-0.26</c:v>
                </c:pt>
                <c:pt idx="206">
                  <c:v>-0.16</c:v>
                </c:pt>
                <c:pt idx="207">
                  <c:v>0.29</c:v>
                </c:pt>
                <c:pt idx="208">
                  <c:v>0.13</c:v>
                </c:pt>
                <c:pt idx="209">
                  <c:v>0.16</c:v>
                </c:pt>
                <c:pt idx="210">
                  <c:v>0.18</c:v>
                </c:pt>
                <c:pt idx="211">
                  <c:v>-0.27</c:v>
                </c:pt>
                <c:pt idx="212">
                  <c:v>0.24</c:v>
                </c:pt>
                <c:pt idx="213">
                  <c:v>0.16</c:v>
                </c:pt>
                <c:pt idx="214">
                  <c:v>-0.34</c:v>
                </c:pt>
                <c:pt idx="215">
                  <c:v>-0.16</c:v>
                </c:pt>
                <c:pt idx="216">
                  <c:v>0.07</c:v>
                </c:pt>
                <c:pt idx="217">
                  <c:v>-0.04</c:v>
                </c:pt>
                <c:pt idx="218">
                  <c:v>-0.13</c:v>
                </c:pt>
                <c:pt idx="219">
                  <c:v>-0.21</c:v>
                </c:pt>
                <c:pt idx="220">
                  <c:v>0.27</c:v>
                </c:pt>
                <c:pt idx="221">
                  <c:v>0.03</c:v>
                </c:pt>
                <c:pt idx="222">
                  <c:v>0.31</c:v>
                </c:pt>
                <c:pt idx="223">
                  <c:v>0.28</c:v>
                </c:pt>
                <c:pt idx="224">
                  <c:v>-0.1</c:v>
                </c:pt>
                <c:pt idx="225">
                  <c:v>-0.05</c:v>
                </c:pt>
                <c:pt idx="226">
                  <c:v>-0.05</c:v>
                </c:pt>
                <c:pt idx="227">
                  <c:v>-0.33</c:v>
                </c:pt>
                <c:pt idx="228">
                  <c:v>-0.31</c:v>
                </c:pt>
                <c:pt idx="229">
                  <c:v>0.24</c:v>
                </c:pt>
                <c:pt idx="230">
                  <c:v>-0.33</c:v>
                </c:pt>
                <c:pt idx="231">
                  <c:v>0.22</c:v>
                </c:pt>
                <c:pt idx="232">
                  <c:v>-0.06</c:v>
                </c:pt>
                <c:pt idx="233">
                  <c:v>0.01</c:v>
                </c:pt>
                <c:pt idx="234">
                  <c:v>0.03</c:v>
                </c:pt>
                <c:pt idx="235">
                  <c:v>0.01</c:v>
                </c:pt>
                <c:pt idx="236">
                  <c:v>0.18</c:v>
                </c:pt>
                <c:pt idx="237">
                  <c:v>-0.31</c:v>
                </c:pt>
                <c:pt idx="238">
                  <c:v>-0.34</c:v>
                </c:pt>
                <c:pt idx="239">
                  <c:v>-0.44</c:v>
                </c:pt>
                <c:pt idx="240">
                  <c:v>-0.31</c:v>
                </c:pt>
                <c:pt idx="241">
                  <c:v>-0.07</c:v>
                </c:pt>
                <c:pt idx="242">
                  <c:v>0.02</c:v>
                </c:pt>
                <c:pt idx="243">
                  <c:v>-0.17</c:v>
                </c:pt>
                <c:pt idx="244">
                  <c:v>-0.27</c:v>
                </c:pt>
                <c:pt idx="245">
                  <c:v>0.2</c:v>
                </c:pt>
                <c:pt idx="246">
                  <c:v>5.02</c:v>
                </c:pt>
                <c:pt idx="247">
                  <c:v>3.28</c:v>
                </c:pt>
                <c:pt idx="248">
                  <c:v>-0.17</c:v>
                </c:pt>
                <c:pt idx="249">
                  <c:v>0.18</c:v>
                </c:pt>
                <c:pt idx="250">
                  <c:v>0.26</c:v>
                </c:pt>
                <c:pt idx="251">
                  <c:v>0.27</c:v>
                </c:pt>
                <c:pt idx="252">
                  <c:v>0.44</c:v>
                </c:pt>
                <c:pt idx="253">
                  <c:v>-0.07</c:v>
                </c:pt>
                <c:pt idx="254">
                  <c:v>0.14</c:v>
                </c:pt>
                <c:pt idx="255">
                  <c:v>0.23</c:v>
                </c:pt>
                <c:pt idx="256">
                  <c:v>0.21</c:v>
                </c:pt>
                <c:pt idx="257">
                  <c:v>-0.14</c:v>
                </c:pt>
                <c:pt idx="258">
                  <c:v>0.09</c:v>
                </c:pt>
                <c:pt idx="259">
                  <c:v>-0.02</c:v>
                </c:pt>
                <c:pt idx="260">
                  <c:v>-0.06</c:v>
                </c:pt>
                <c:pt idx="261">
                  <c:v>0.02</c:v>
                </c:pt>
                <c:pt idx="262">
                  <c:v>-0.27</c:v>
                </c:pt>
                <c:pt idx="263">
                  <c:v>-0.24</c:v>
                </c:pt>
                <c:pt idx="264">
                  <c:v>-0.19</c:v>
                </c:pt>
                <c:pt idx="265">
                  <c:v>-0.08</c:v>
                </c:pt>
                <c:pt idx="266">
                  <c:v>-0.27</c:v>
                </c:pt>
                <c:pt idx="267">
                  <c:v>-0.28</c:v>
                </c:pt>
                <c:pt idx="268">
                  <c:v>-0.32</c:v>
                </c:pt>
                <c:pt idx="269">
                  <c:v>0.11</c:v>
                </c:pt>
                <c:pt idx="270">
                  <c:v>0.2</c:v>
                </c:pt>
                <c:pt idx="271">
                  <c:v>0.07</c:v>
                </c:pt>
                <c:pt idx="272">
                  <c:v>-0.32</c:v>
                </c:pt>
                <c:pt idx="273">
                  <c:v>-0.12</c:v>
                </c:pt>
                <c:pt idx="274">
                  <c:v>-0.26</c:v>
                </c:pt>
                <c:pt idx="275">
                  <c:v>0.14</c:v>
                </c:pt>
                <c:pt idx="276">
                  <c:v>-0.28</c:v>
                </c:pt>
                <c:pt idx="277">
                  <c:v>0</c:v>
                </c:pt>
                <c:pt idx="278">
                  <c:v>0.11</c:v>
                </c:pt>
                <c:pt idx="279">
                  <c:v>-0.07</c:v>
                </c:pt>
                <c:pt idx="280">
                  <c:v>0.13</c:v>
                </c:pt>
                <c:pt idx="281">
                  <c:v>-0.16</c:v>
                </c:pt>
                <c:pt idx="282">
                  <c:v>-0.02</c:v>
                </c:pt>
                <c:pt idx="283">
                  <c:v>-0.05</c:v>
                </c:pt>
                <c:pt idx="284">
                  <c:v>-0.28</c:v>
                </c:pt>
                <c:pt idx="285">
                  <c:v>0.13</c:v>
                </c:pt>
                <c:pt idx="286">
                  <c:v>-0.31</c:v>
                </c:pt>
                <c:pt idx="287">
                  <c:v>-0.2</c:v>
                </c:pt>
                <c:pt idx="288">
                  <c:v>0.15</c:v>
                </c:pt>
                <c:pt idx="289">
                  <c:v>-0.2</c:v>
                </c:pt>
                <c:pt idx="290">
                  <c:v>-0.15</c:v>
                </c:pt>
                <c:pt idx="291">
                  <c:v>-0.15</c:v>
                </c:pt>
                <c:pt idx="292">
                  <c:v>-0.29</c:v>
                </c:pt>
                <c:pt idx="293">
                  <c:v>0.06</c:v>
                </c:pt>
                <c:pt idx="294">
                  <c:v>0.24</c:v>
                </c:pt>
                <c:pt idx="295">
                  <c:v>-0.25</c:v>
                </c:pt>
                <c:pt idx="296">
                  <c:v>-0.11</c:v>
                </c:pt>
                <c:pt idx="297">
                  <c:v>0.07</c:v>
                </c:pt>
                <c:pt idx="298">
                  <c:v>-0.04</c:v>
                </c:pt>
                <c:pt idx="299">
                  <c:v>-0.04</c:v>
                </c:pt>
                <c:pt idx="300">
                  <c:v>-0.01</c:v>
                </c:pt>
                <c:pt idx="301">
                  <c:v>0.25</c:v>
                </c:pt>
                <c:pt idx="302">
                  <c:v>-0.07</c:v>
                </c:pt>
                <c:pt idx="303">
                  <c:v>-0.05</c:v>
                </c:pt>
                <c:pt idx="304">
                  <c:v>0.36</c:v>
                </c:pt>
                <c:pt idx="305">
                  <c:v>-0.08</c:v>
                </c:pt>
                <c:pt idx="306">
                  <c:v>0.28</c:v>
                </c:pt>
                <c:pt idx="307">
                  <c:v>0.05</c:v>
                </c:pt>
                <c:pt idx="308">
                  <c:v>0.42</c:v>
                </c:pt>
                <c:pt idx="309">
                  <c:v>0.3</c:v>
                </c:pt>
                <c:pt idx="310">
                  <c:v>-0.24</c:v>
                </c:pt>
                <c:pt idx="311">
                  <c:v>-0.3</c:v>
                </c:pt>
                <c:pt idx="312">
                  <c:v>0.35</c:v>
                </c:pt>
                <c:pt idx="313">
                  <c:v>-0.15</c:v>
                </c:pt>
                <c:pt idx="314">
                  <c:v>0.39</c:v>
                </c:pt>
                <c:pt idx="315">
                  <c:v>-0.05</c:v>
                </c:pt>
                <c:pt idx="316">
                  <c:v>0.23</c:v>
                </c:pt>
                <c:pt idx="317">
                  <c:v>0.1</c:v>
                </c:pt>
                <c:pt idx="318">
                  <c:v>-0.28</c:v>
                </c:pt>
                <c:pt idx="319">
                  <c:v>-0.06</c:v>
                </c:pt>
                <c:pt idx="320">
                  <c:v>0.48</c:v>
                </c:pt>
                <c:pt idx="321">
                  <c:v>-0.28</c:v>
                </c:pt>
                <c:pt idx="322">
                  <c:v>0.28</c:v>
                </c:pt>
                <c:pt idx="323">
                  <c:v>0.36</c:v>
                </c:pt>
                <c:pt idx="324">
                  <c:v>-0.16</c:v>
                </c:pt>
                <c:pt idx="325">
                  <c:v>-0.05</c:v>
                </c:pt>
                <c:pt idx="326">
                  <c:v>0.03</c:v>
                </c:pt>
                <c:pt idx="327">
                  <c:v>0.3</c:v>
                </c:pt>
                <c:pt idx="328">
                  <c:v>0.03</c:v>
                </c:pt>
                <c:pt idx="329">
                  <c:v>0.2</c:v>
                </c:pt>
                <c:pt idx="330">
                  <c:v>-0.01</c:v>
                </c:pt>
                <c:pt idx="331">
                  <c:v>0.16</c:v>
                </c:pt>
                <c:pt idx="332">
                  <c:v>-0.04</c:v>
                </c:pt>
                <c:pt idx="333">
                  <c:v>-0.29</c:v>
                </c:pt>
                <c:pt idx="334">
                  <c:v>0.05</c:v>
                </c:pt>
                <c:pt idx="335">
                  <c:v>0.24</c:v>
                </c:pt>
                <c:pt idx="336">
                  <c:v>0.33</c:v>
                </c:pt>
                <c:pt idx="337">
                  <c:v>0.02</c:v>
                </c:pt>
                <c:pt idx="338">
                  <c:v>0.14</c:v>
                </c:pt>
                <c:pt idx="339">
                  <c:v>0.33</c:v>
                </c:pt>
                <c:pt idx="340">
                  <c:v>0.36</c:v>
                </c:pt>
                <c:pt idx="341">
                  <c:v>-0.25</c:v>
                </c:pt>
                <c:pt idx="342">
                  <c:v>0.08</c:v>
                </c:pt>
                <c:pt idx="343">
                  <c:v>0.2</c:v>
                </c:pt>
                <c:pt idx="344">
                  <c:v>0.44</c:v>
                </c:pt>
                <c:pt idx="345">
                  <c:v>-0.31</c:v>
                </c:pt>
                <c:pt idx="346">
                  <c:v>0.19</c:v>
                </c:pt>
                <c:pt idx="347">
                  <c:v>0.02</c:v>
                </c:pt>
                <c:pt idx="348">
                  <c:v>0.29</c:v>
                </c:pt>
                <c:pt idx="349">
                  <c:v>0.03</c:v>
                </c:pt>
                <c:pt idx="350">
                  <c:v>0.02</c:v>
                </c:pt>
                <c:pt idx="351">
                  <c:v>0.11</c:v>
                </c:pt>
                <c:pt idx="352">
                  <c:v>0.28</c:v>
                </c:pt>
                <c:pt idx="353">
                  <c:v>-0.15</c:v>
                </c:pt>
                <c:pt idx="354">
                  <c:v>0</c:v>
                </c:pt>
                <c:pt idx="355">
                  <c:v>0.16</c:v>
                </c:pt>
                <c:pt idx="356">
                  <c:v>0.31</c:v>
                </c:pt>
                <c:pt idx="357">
                  <c:v>-0.17</c:v>
                </c:pt>
                <c:pt idx="358">
                  <c:v>0.07</c:v>
                </c:pt>
                <c:pt idx="359">
                  <c:v>0.09</c:v>
                </c:pt>
                <c:pt idx="360">
                  <c:v>0.49</c:v>
                </c:pt>
                <c:pt idx="361">
                  <c:v>-0.12</c:v>
                </c:pt>
                <c:pt idx="362">
                  <c:v>-0.32</c:v>
                </c:pt>
                <c:pt idx="363">
                  <c:v>-0.04</c:v>
                </c:pt>
                <c:pt idx="364">
                  <c:v>-0.12</c:v>
                </c:pt>
                <c:pt idx="365">
                  <c:v>0.03</c:v>
                </c:pt>
                <c:pt idx="366">
                  <c:v>-0.2</c:v>
                </c:pt>
                <c:pt idx="367">
                  <c:v>0.14</c:v>
                </c:pt>
                <c:pt idx="368">
                  <c:v>0.28</c:v>
                </c:pt>
                <c:pt idx="369">
                  <c:v>0.32</c:v>
                </c:pt>
                <c:pt idx="370">
                  <c:v>0.33</c:v>
                </c:pt>
                <c:pt idx="371">
                  <c:v>0.06</c:v>
                </c:pt>
                <c:pt idx="372">
                  <c:v>0.43</c:v>
                </c:pt>
                <c:pt idx="373">
                  <c:v>0.04</c:v>
                </c:pt>
                <c:pt idx="374">
                  <c:v>0.15</c:v>
                </c:pt>
                <c:pt idx="375">
                  <c:v>0.01</c:v>
                </c:pt>
                <c:pt idx="376">
                  <c:v>0.24</c:v>
                </c:pt>
                <c:pt idx="377">
                  <c:v>0.36</c:v>
                </c:pt>
                <c:pt idx="378">
                  <c:v>-0.04</c:v>
                </c:pt>
                <c:pt idx="379">
                  <c:v>0.02</c:v>
                </c:pt>
                <c:pt idx="380">
                  <c:v>0.26</c:v>
                </c:pt>
                <c:pt idx="381">
                  <c:v>0.28</c:v>
                </c:pt>
                <c:pt idx="382">
                  <c:v>0.19</c:v>
                </c:pt>
                <c:pt idx="383">
                  <c:v>0.39</c:v>
                </c:pt>
                <c:pt idx="384">
                  <c:v>0.17</c:v>
                </c:pt>
                <c:pt idx="385">
                  <c:v>-0.21</c:v>
                </c:pt>
                <c:pt idx="386">
                  <c:v>-0.02</c:v>
                </c:pt>
                <c:pt idx="387">
                  <c:v>0.12</c:v>
                </c:pt>
                <c:pt idx="388">
                  <c:v>0.08</c:v>
                </c:pt>
                <c:pt idx="389">
                  <c:v>-0.12</c:v>
                </c:pt>
                <c:pt idx="390">
                  <c:v>0.02</c:v>
                </c:pt>
                <c:pt idx="391">
                  <c:v>0.2</c:v>
                </c:pt>
                <c:pt idx="392">
                  <c:v>0.39</c:v>
                </c:pt>
                <c:pt idx="393">
                  <c:v>0.59</c:v>
                </c:pt>
                <c:pt idx="394">
                  <c:v>0.14</c:v>
                </c:pt>
                <c:pt idx="395">
                  <c:v>0.26</c:v>
                </c:pt>
                <c:pt idx="396">
                  <c:v>0.37</c:v>
                </c:pt>
                <c:pt idx="397">
                  <c:v>0.56</c:v>
                </c:pt>
                <c:pt idx="398">
                  <c:v>0.05</c:v>
                </c:pt>
                <c:pt idx="399">
                  <c:v>0.22</c:v>
                </c:pt>
                <c:pt idx="400">
                  <c:v>0.28</c:v>
                </c:pt>
                <c:pt idx="401">
                  <c:v>0.06</c:v>
                </c:pt>
                <c:pt idx="402">
                  <c:v>0.01</c:v>
                </c:pt>
                <c:pt idx="403">
                  <c:v>-0.04</c:v>
                </c:pt>
                <c:pt idx="404">
                  <c:v>0.01</c:v>
                </c:pt>
                <c:pt idx="405">
                  <c:v>0.03</c:v>
                </c:pt>
                <c:pt idx="406">
                  <c:v>0.36</c:v>
                </c:pt>
                <c:pt idx="407">
                  <c:v>0.39</c:v>
                </c:pt>
                <c:pt idx="408">
                  <c:v>0.33</c:v>
                </c:pt>
                <c:pt idx="409">
                  <c:v>0.48</c:v>
                </c:pt>
                <c:pt idx="410">
                  <c:v>0.55</c:v>
                </c:pt>
                <c:pt idx="411">
                  <c:v>0.36</c:v>
                </c:pt>
                <c:pt idx="412">
                  <c:v>0.46</c:v>
                </c:pt>
                <c:pt idx="413">
                  <c:v>0.41</c:v>
                </c:pt>
                <c:pt idx="414">
                  <c:v>0.02</c:v>
                </c:pt>
                <c:pt idx="415">
                  <c:v>0.39</c:v>
                </c:pt>
                <c:pt idx="416">
                  <c:v>0.22</c:v>
                </c:pt>
                <c:pt idx="417">
                  <c:v>0.51</c:v>
                </c:pt>
                <c:pt idx="418">
                  <c:v>0.02</c:v>
                </c:pt>
                <c:pt idx="419">
                  <c:v>0.13</c:v>
                </c:pt>
                <c:pt idx="420">
                  <c:v>0.46</c:v>
                </c:pt>
                <c:pt idx="421">
                  <c:v>0.29</c:v>
                </c:pt>
                <c:pt idx="422">
                  <c:v>0.68</c:v>
                </c:pt>
                <c:pt idx="423">
                  <c:v>0.52</c:v>
                </c:pt>
                <c:pt idx="424">
                  <c:v>0.05</c:v>
                </c:pt>
                <c:pt idx="425">
                  <c:v>0.6</c:v>
                </c:pt>
                <c:pt idx="426">
                  <c:v>-0.07</c:v>
                </c:pt>
                <c:pt idx="427">
                  <c:v>0.21</c:v>
                </c:pt>
                <c:pt idx="428">
                  <c:v>0.02</c:v>
                </c:pt>
                <c:pt idx="429">
                  <c:v>0.39</c:v>
                </c:pt>
                <c:pt idx="430">
                  <c:v>0.17</c:v>
                </c:pt>
                <c:pt idx="431">
                  <c:v>0.54</c:v>
                </c:pt>
                <c:pt idx="432">
                  <c:v>0.49</c:v>
                </c:pt>
                <c:pt idx="433">
                  <c:v>0.14</c:v>
                </c:pt>
                <c:pt idx="434">
                  <c:v>0.69</c:v>
                </c:pt>
                <c:pt idx="435">
                  <c:v>0.68</c:v>
                </c:pt>
                <c:pt idx="436">
                  <c:v>0.31</c:v>
                </c:pt>
                <c:pt idx="437">
                  <c:v>0.34</c:v>
                </c:pt>
                <c:pt idx="438">
                  <c:v>0.33</c:v>
                </c:pt>
                <c:pt idx="439">
                  <c:v>-0.03</c:v>
                </c:pt>
                <c:pt idx="440">
                  <c:v>0.2</c:v>
                </c:pt>
                <c:pt idx="441">
                  <c:v>0.15</c:v>
                </c:pt>
                <c:pt idx="442">
                  <c:v>0.6</c:v>
                </c:pt>
                <c:pt idx="443">
                  <c:v>0.05</c:v>
                </c:pt>
                <c:pt idx="444">
                  <c:v>0.5</c:v>
                </c:pt>
                <c:pt idx="445">
                  <c:v>0.32</c:v>
                </c:pt>
                <c:pt idx="446">
                  <c:v>0.2</c:v>
                </c:pt>
                <c:pt idx="447">
                  <c:v>0.33</c:v>
                </c:pt>
                <c:pt idx="448">
                  <c:v>0.35</c:v>
                </c:pt>
                <c:pt idx="449">
                  <c:v>0.85</c:v>
                </c:pt>
                <c:pt idx="450">
                  <c:v>0.53</c:v>
                </c:pt>
                <c:pt idx="451">
                  <c:v>-0.02</c:v>
                </c:pt>
                <c:pt idx="452">
                  <c:v>0.17</c:v>
                </c:pt>
                <c:pt idx="453">
                  <c:v>0.8</c:v>
                </c:pt>
                <c:pt idx="454">
                  <c:v>0.39</c:v>
                </c:pt>
                <c:pt idx="455">
                  <c:v>0.23</c:v>
                </c:pt>
                <c:pt idx="456">
                  <c:v>0.82</c:v>
                </c:pt>
                <c:pt idx="457">
                  <c:v>0.15</c:v>
                </c:pt>
                <c:pt idx="458">
                  <c:v>0.35</c:v>
                </c:pt>
                <c:pt idx="459">
                  <c:v>0.19</c:v>
                </c:pt>
                <c:pt idx="460">
                  <c:v>0.08</c:v>
                </c:pt>
                <c:pt idx="461">
                  <c:v>0.84</c:v>
                </c:pt>
                <c:pt idx="462">
                  <c:v>0.87</c:v>
                </c:pt>
                <c:pt idx="463">
                  <c:v>0.55</c:v>
                </c:pt>
                <c:pt idx="464">
                  <c:v>0.5</c:v>
                </c:pt>
                <c:pt idx="465">
                  <c:v>0.28</c:v>
                </c:pt>
                <c:pt idx="466">
                  <c:v>0.66</c:v>
                </c:pt>
                <c:pt idx="467">
                  <c:v>0.82</c:v>
                </c:pt>
                <c:pt idx="468">
                  <c:v>0.43</c:v>
                </c:pt>
                <c:pt idx="469">
                  <c:v>0.86</c:v>
                </c:pt>
                <c:pt idx="470">
                  <c:v>0.65</c:v>
                </c:pt>
                <c:pt idx="471">
                  <c:v>0.56</c:v>
                </c:pt>
                <c:pt idx="472">
                  <c:v>0.53</c:v>
                </c:pt>
                <c:pt idx="473">
                  <c:v>0.42</c:v>
                </c:pt>
                <c:pt idx="474">
                  <c:v>0.59</c:v>
                </c:pt>
                <c:pt idx="475">
                  <c:v>0.51</c:v>
                </c:pt>
                <c:pt idx="476">
                  <c:v>0.85</c:v>
                </c:pt>
                <c:pt idx="477">
                  <c:v>0.32</c:v>
                </c:pt>
                <c:pt idx="478">
                  <c:v>0.76</c:v>
                </c:pt>
                <c:pt idx="479">
                  <c:v>0.41</c:v>
                </c:pt>
                <c:pt idx="480">
                  <c:v>0.6</c:v>
                </c:pt>
                <c:pt idx="481">
                  <c:v>0.67</c:v>
                </c:pt>
                <c:pt idx="482">
                  <c:v>0.83</c:v>
                </c:pt>
                <c:pt idx="483">
                  <c:v>0.51</c:v>
                </c:pt>
                <c:pt idx="484">
                  <c:v>0.3</c:v>
                </c:pt>
                <c:pt idx="485">
                  <c:v>0.53</c:v>
                </c:pt>
                <c:pt idx="486">
                  <c:v>0.82</c:v>
                </c:pt>
                <c:pt idx="487">
                  <c:v>0.73</c:v>
                </c:pt>
                <c:pt idx="488">
                  <c:v>0.79</c:v>
                </c:pt>
                <c:pt idx="489">
                  <c:v>0.6</c:v>
                </c:pt>
                <c:pt idx="490">
                  <c:v>0.65</c:v>
                </c:pt>
                <c:pt idx="491">
                  <c:v>0.65</c:v>
                </c:pt>
                <c:pt idx="492">
                  <c:v>0.63</c:v>
                </c:pt>
                <c:pt idx="493">
                  <c:v>1.05</c:v>
                </c:pt>
                <c:pt idx="494">
                  <c:v>0.8</c:v>
                </c:pt>
                <c:pt idx="495">
                  <c:v>0.44</c:v>
                </c:pt>
                <c:pt idx="496">
                  <c:v>0.67</c:v>
                </c:pt>
                <c:pt idx="497">
                  <c:v>2.72</c:v>
                </c:pt>
                <c:pt idx="498">
                  <c:v>2.59</c:v>
                </c:pt>
                <c:pt idx="499">
                  <c:v>2.48</c:v>
                </c:pt>
                <c:pt idx="500">
                  <c:v>2.49</c:v>
                </c:pt>
                <c:pt idx="501">
                  <c:v>2.52</c:v>
                </c:pt>
                <c:pt idx="502">
                  <c:v>2.65</c:v>
                </c:pt>
                <c:pt idx="503">
                  <c:v>2.46</c:v>
                </c:pt>
                <c:pt idx="504">
                  <c:v>2.51</c:v>
                </c:pt>
                <c:pt idx="505">
                  <c:v>2.37</c:v>
                </c:pt>
                <c:pt idx="506">
                  <c:v>2.47</c:v>
                </c:pt>
                <c:pt idx="507">
                  <c:v>2.59</c:v>
                </c:pt>
                <c:pt idx="508">
                  <c:v>2.29</c:v>
                </c:pt>
                <c:pt idx="509">
                  <c:v>2.08</c:v>
                </c:pt>
                <c:pt idx="510">
                  <c:v>2.59</c:v>
                </c:pt>
                <c:pt idx="511">
                  <c:v>2.32</c:v>
                </c:pt>
                <c:pt idx="512">
                  <c:v>2.2</c:v>
                </c:pt>
                <c:pt idx="513">
                  <c:v>2.51</c:v>
                </c:pt>
                <c:pt idx="514">
                  <c:v>2.15</c:v>
                </c:pt>
                <c:pt idx="515">
                  <c:v>2.63</c:v>
                </c:pt>
                <c:pt idx="516">
                  <c:v>2.29</c:v>
                </c:pt>
                <c:pt idx="517">
                  <c:v>2.25</c:v>
                </c:pt>
                <c:pt idx="518">
                  <c:v>2.4</c:v>
                </c:pt>
                <c:pt idx="519">
                  <c:v>2.25</c:v>
                </c:pt>
                <c:pt idx="520">
                  <c:v>2.69</c:v>
                </c:pt>
                <c:pt idx="521">
                  <c:v>2.67</c:v>
                </c:pt>
                <c:pt idx="522">
                  <c:v>2.33</c:v>
                </c:pt>
                <c:pt idx="523">
                  <c:v>2.39</c:v>
                </c:pt>
                <c:pt idx="524">
                  <c:v>2.41</c:v>
                </c:pt>
                <c:pt idx="525">
                  <c:v>2.1</c:v>
                </c:pt>
                <c:pt idx="526">
                  <c:v>2.57</c:v>
                </c:pt>
                <c:pt idx="527">
                  <c:v>2.13</c:v>
                </c:pt>
                <c:pt idx="528">
                  <c:v>2.91</c:v>
                </c:pt>
                <c:pt idx="529">
                  <c:v>2.66</c:v>
                </c:pt>
                <c:pt idx="530">
                  <c:v>2.62</c:v>
                </c:pt>
                <c:pt idx="531">
                  <c:v>2.43</c:v>
                </c:pt>
                <c:pt idx="532">
                  <c:v>2.48</c:v>
                </c:pt>
                <c:pt idx="533">
                  <c:v>2.51</c:v>
                </c:pt>
                <c:pt idx="534">
                  <c:v>2.52</c:v>
                </c:pt>
                <c:pt idx="535">
                  <c:v>2.55</c:v>
                </c:pt>
                <c:pt idx="536">
                  <c:v>2.25</c:v>
                </c:pt>
                <c:pt idx="537">
                  <c:v>2.25</c:v>
                </c:pt>
                <c:pt idx="538">
                  <c:v>2.11</c:v>
                </c:pt>
                <c:pt idx="539">
                  <c:v>2.44</c:v>
                </c:pt>
                <c:pt idx="540">
                  <c:v>2.94</c:v>
                </c:pt>
                <c:pt idx="541">
                  <c:v>2.96</c:v>
                </c:pt>
                <c:pt idx="542">
                  <c:v>2.88</c:v>
                </c:pt>
                <c:pt idx="543">
                  <c:v>2.55</c:v>
                </c:pt>
                <c:pt idx="544">
                  <c:v>2.32</c:v>
                </c:pt>
                <c:pt idx="545">
                  <c:v>2.61</c:v>
                </c:pt>
                <c:pt idx="546">
                  <c:v>2.66</c:v>
                </c:pt>
                <c:pt idx="547">
                  <c:v>2.3</c:v>
                </c:pt>
                <c:pt idx="548">
                  <c:v>2.43</c:v>
                </c:pt>
                <c:pt idx="549">
                  <c:v>2.42</c:v>
                </c:pt>
                <c:pt idx="550">
                  <c:v>2.57</c:v>
                </c:pt>
                <c:pt idx="551">
                  <c:v>2.44</c:v>
                </c:pt>
                <c:pt idx="552">
                  <c:v>2.31</c:v>
                </c:pt>
                <c:pt idx="553">
                  <c:v>2.3</c:v>
                </c:pt>
                <c:pt idx="554">
                  <c:v>2.54</c:v>
                </c:pt>
                <c:pt idx="555">
                  <c:v>2.65</c:v>
                </c:pt>
                <c:pt idx="556">
                  <c:v>2.42</c:v>
                </c:pt>
                <c:pt idx="557">
                  <c:v>2.35</c:v>
                </c:pt>
                <c:pt idx="558">
                  <c:v>2.72</c:v>
                </c:pt>
                <c:pt idx="559">
                  <c:v>2.2</c:v>
                </c:pt>
                <c:pt idx="560">
                  <c:v>2.4</c:v>
                </c:pt>
                <c:pt idx="561">
                  <c:v>2.4</c:v>
                </c:pt>
                <c:pt idx="562">
                  <c:v>2.77</c:v>
                </c:pt>
                <c:pt idx="563">
                  <c:v>2.59</c:v>
                </c:pt>
                <c:pt idx="564">
                  <c:v>2.47</c:v>
                </c:pt>
                <c:pt idx="565">
                  <c:v>2.15</c:v>
                </c:pt>
                <c:pt idx="566">
                  <c:v>2.96</c:v>
                </c:pt>
                <c:pt idx="567">
                  <c:v>2.75</c:v>
                </c:pt>
                <c:pt idx="568">
                  <c:v>2.82</c:v>
                </c:pt>
                <c:pt idx="569">
                  <c:v>2.66</c:v>
                </c:pt>
                <c:pt idx="570">
                  <c:v>2.33</c:v>
                </c:pt>
                <c:pt idx="571">
                  <c:v>2.91</c:v>
                </c:pt>
                <c:pt idx="572">
                  <c:v>2.98</c:v>
                </c:pt>
                <c:pt idx="573">
                  <c:v>2.38</c:v>
                </c:pt>
                <c:pt idx="574">
                  <c:v>2.47</c:v>
                </c:pt>
                <c:pt idx="575">
                  <c:v>2.82</c:v>
                </c:pt>
                <c:pt idx="576">
                  <c:v>2.49</c:v>
                </c:pt>
                <c:pt idx="577">
                  <c:v>2.65</c:v>
                </c:pt>
                <c:pt idx="578">
                  <c:v>2.7</c:v>
                </c:pt>
                <c:pt idx="579">
                  <c:v>2.48</c:v>
                </c:pt>
                <c:pt idx="580">
                  <c:v>2.22</c:v>
                </c:pt>
                <c:pt idx="581">
                  <c:v>2.11</c:v>
                </c:pt>
                <c:pt idx="582">
                  <c:v>2.58</c:v>
                </c:pt>
                <c:pt idx="583">
                  <c:v>2.32</c:v>
                </c:pt>
                <c:pt idx="584">
                  <c:v>2.35</c:v>
                </c:pt>
                <c:pt idx="585">
                  <c:v>2.46</c:v>
                </c:pt>
                <c:pt idx="586">
                  <c:v>2.5</c:v>
                </c:pt>
                <c:pt idx="587">
                  <c:v>2.63</c:v>
                </c:pt>
                <c:pt idx="588">
                  <c:v>2.38</c:v>
                </c:pt>
                <c:pt idx="589">
                  <c:v>2.23</c:v>
                </c:pt>
                <c:pt idx="590">
                  <c:v>2.44</c:v>
                </c:pt>
                <c:pt idx="591">
                  <c:v>2.72</c:v>
                </c:pt>
                <c:pt idx="592">
                  <c:v>2.79</c:v>
                </c:pt>
                <c:pt idx="593">
                  <c:v>2.42</c:v>
                </c:pt>
                <c:pt idx="594">
                  <c:v>2.3</c:v>
                </c:pt>
                <c:pt idx="595">
                  <c:v>2.81</c:v>
                </c:pt>
                <c:pt idx="596">
                  <c:v>2.24</c:v>
                </c:pt>
                <c:pt idx="597">
                  <c:v>2.32</c:v>
                </c:pt>
                <c:pt idx="598">
                  <c:v>2.61</c:v>
                </c:pt>
                <c:pt idx="599">
                  <c:v>2.66</c:v>
                </c:pt>
                <c:pt idx="600">
                  <c:v>2.58</c:v>
                </c:pt>
                <c:pt idx="601">
                  <c:v>2.54</c:v>
                </c:pt>
                <c:pt idx="602">
                  <c:v>2.32</c:v>
                </c:pt>
                <c:pt idx="603">
                  <c:v>2.38</c:v>
                </c:pt>
                <c:pt idx="604">
                  <c:v>2.74</c:v>
                </c:pt>
                <c:pt idx="605">
                  <c:v>2.68</c:v>
                </c:pt>
                <c:pt idx="606">
                  <c:v>2.73</c:v>
                </c:pt>
                <c:pt idx="607">
                  <c:v>2.68</c:v>
                </c:pt>
                <c:pt idx="608">
                  <c:v>2.51</c:v>
                </c:pt>
                <c:pt idx="609">
                  <c:v>2.4</c:v>
                </c:pt>
                <c:pt idx="610">
                  <c:v>2.72</c:v>
                </c:pt>
                <c:pt idx="611">
                  <c:v>2.73</c:v>
                </c:pt>
                <c:pt idx="612">
                  <c:v>2.85</c:v>
                </c:pt>
                <c:pt idx="613">
                  <c:v>2.74</c:v>
                </c:pt>
                <c:pt idx="614">
                  <c:v>2.31</c:v>
                </c:pt>
                <c:pt idx="615">
                  <c:v>2.89</c:v>
                </c:pt>
                <c:pt idx="616">
                  <c:v>2.6</c:v>
                </c:pt>
                <c:pt idx="617">
                  <c:v>2.67</c:v>
                </c:pt>
                <c:pt idx="618">
                  <c:v>2.76</c:v>
                </c:pt>
                <c:pt idx="619">
                  <c:v>2.54</c:v>
                </c:pt>
                <c:pt idx="620">
                  <c:v>2.21</c:v>
                </c:pt>
                <c:pt idx="621">
                  <c:v>2.42</c:v>
                </c:pt>
                <c:pt idx="622">
                  <c:v>2.67</c:v>
                </c:pt>
                <c:pt idx="623">
                  <c:v>2.4</c:v>
                </c:pt>
                <c:pt idx="624">
                  <c:v>2.67</c:v>
                </c:pt>
                <c:pt idx="625">
                  <c:v>2.71</c:v>
                </c:pt>
                <c:pt idx="626">
                  <c:v>2.42</c:v>
                </c:pt>
                <c:pt idx="627">
                  <c:v>2.64</c:v>
                </c:pt>
                <c:pt idx="628">
                  <c:v>2.39</c:v>
                </c:pt>
                <c:pt idx="629">
                  <c:v>2.68</c:v>
                </c:pt>
                <c:pt idx="630">
                  <c:v>2.53</c:v>
                </c:pt>
                <c:pt idx="631">
                  <c:v>2.44</c:v>
                </c:pt>
                <c:pt idx="632">
                  <c:v>2.96</c:v>
                </c:pt>
                <c:pt idx="633">
                  <c:v>2.78</c:v>
                </c:pt>
                <c:pt idx="634">
                  <c:v>2.43</c:v>
                </c:pt>
                <c:pt idx="635">
                  <c:v>2.45</c:v>
                </c:pt>
                <c:pt idx="636">
                  <c:v>2.42</c:v>
                </c:pt>
                <c:pt idx="637">
                  <c:v>2.46</c:v>
                </c:pt>
                <c:pt idx="638">
                  <c:v>2.45</c:v>
                </c:pt>
                <c:pt idx="639">
                  <c:v>2.4</c:v>
                </c:pt>
                <c:pt idx="640">
                  <c:v>2.69</c:v>
                </c:pt>
                <c:pt idx="641">
                  <c:v>2.74</c:v>
                </c:pt>
                <c:pt idx="642">
                  <c:v>2.77</c:v>
                </c:pt>
                <c:pt idx="643">
                  <c:v>2.69</c:v>
                </c:pt>
                <c:pt idx="644">
                  <c:v>2.37</c:v>
                </c:pt>
                <c:pt idx="645">
                  <c:v>2.39</c:v>
                </c:pt>
                <c:pt idx="646">
                  <c:v>2.64</c:v>
                </c:pt>
                <c:pt idx="647">
                  <c:v>2.61</c:v>
                </c:pt>
                <c:pt idx="648">
                  <c:v>2.41</c:v>
                </c:pt>
                <c:pt idx="649">
                  <c:v>2.95</c:v>
                </c:pt>
                <c:pt idx="650">
                  <c:v>3.06</c:v>
                </c:pt>
                <c:pt idx="651">
                  <c:v>2.56</c:v>
                </c:pt>
                <c:pt idx="652">
                  <c:v>2.81</c:v>
                </c:pt>
                <c:pt idx="653">
                  <c:v>2.78</c:v>
                </c:pt>
                <c:pt idx="654">
                  <c:v>2.58</c:v>
                </c:pt>
                <c:pt idx="655">
                  <c:v>2.46</c:v>
                </c:pt>
                <c:pt idx="656">
                  <c:v>2.48</c:v>
                </c:pt>
                <c:pt idx="657">
                  <c:v>2.6</c:v>
                </c:pt>
                <c:pt idx="658">
                  <c:v>2.74</c:v>
                </c:pt>
                <c:pt idx="659">
                  <c:v>2.33</c:v>
                </c:pt>
                <c:pt idx="660">
                  <c:v>2.79</c:v>
                </c:pt>
                <c:pt idx="661">
                  <c:v>2.91</c:v>
                </c:pt>
                <c:pt idx="662">
                  <c:v>2.77</c:v>
                </c:pt>
                <c:pt idx="663">
                  <c:v>2.48</c:v>
                </c:pt>
                <c:pt idx="664">
                  <c:v>2.38</c:v>
                </c:pt>
                <c:pt idx="665">
                  <c:v>2.5</c:v>
                </c:pt>
                <c:pt idx="666">
                  <c:v>2.35</c:v>
                </c:pt>
                <c:pt idx="667">
                  <c:v>2.82</c:v>
                </c:pt>
                <c:pt idx="668">
                  <c:v>2.61</c:v>
                </c:pt>
                <c:pt idx="669">
                  <c:v>2.67</c:v>
                </c:pt>
                <c:pt idx="670">
                  <c:v>2.74</c:v>
                </c:pt>
                <c:pt idx="671">
                  <c:v>2.25</c:v>
                </c:pt>
                <c:pt idx="672">
                  <c:v>2.77</c:v>
                </c:pt>
                <c:pt idx="673">
                  <c:v>2.79</c:v>
                </c:pt>
                <c:pt idx="674">
                  <c:v>2.46</c:v>
                </c:pt>
                <c:pt idx="675">
                  <c:v>3.08</c:v>
                </c:pt>
                <c:pt idx="676">
                  <c:v>2.46</c:v>
                </c:pt>
                <c:pt idx="677">
                  <c:v>2.6</c:v>
                </c:pt>
                <c:pt idx="678">
                  <c:v>2.33</c:v>
                </c:pt>
                <c:pt idx="679">
                  <c:v>2.78</c:v>
                </c:pt>
                <c:pt idx="680">
                  <c:v>3.01</c:v>
                </c:pt>
                <c:pt idx="681">
                  <c:v>2.95</c:v>
                </c:pt>
                <c:pt idx="682">
                  <c:v>2.61</c:v>
                </c:pt>
                <c:pt idx="683">
                  <c:v>2.97</c:v>
                </c:pt>
                <c:pt idx="684">
                  <c:v>2.75</c:v>
                </c:pt>
                <c:pt idx="685">
                  <c:v>2.39</c:v>
                </c:pt>
                <c:pt idx="686">
                  <c:v>2.95</c:v>
                </c:pt>
                <c:pt idx="687">
                  <c:v>2.53</c:v>
                </c:pt>
                <c:pt idx="688">
                  <c:v>2.44</c:v>
                </c:pt>
                <c:pt idx="689">
                  <c:v>2.81</c:v>
                </c:pt>
                <c:pt idx="690">
                  <c:v>2.44</c:v>
                </c:pt>
                <c:pt idx="691">
                  <c:v>2.48</c:v>
                </c:pt>
                <c:pt idx="692">
                  <c:v>2.7</c:v>
                </c:pt>
                <c:pt idx="693">
                  <c:v>2.52</c:v>
                </c:pt>
                <c:pt idx="694">
                  <c:v>2.75</c:v>
                </c:pt>
                <c:pt idx="695">
                  <c:v>2.97</c:v>
                </c:pt>
                <c:pt idx="696">
                  <c:v>3.1</c:v>
                </c:pt>
                <c:pt idx="697">
                  <c:v>2.81</c:v>
                </c:pt>
                <c:pt idx="698">
                  <c:v>2.68</c:v>
                </c:pt>
                <c:pt idx="699">
                  <c:v>2.46</c:v>
                </c:pt>
                <c:pt idx="700">
                  <c:v>3.03</c:v>
                </c:pt>
                <c:pt idx="701">
                  <c:v>2.99</c:v>
                </c:pt>
                <c:pt idx="702">
                  <c:v>3.1</c:v>
                </c:pt>
                <c:pt idx="703">
                  <c:v>3.07</c:v>
                </c:pt>
                <c:pt idx="704">
                  <c:v>2.91</c:v>
                </c:pt>
                <c:pt idx="705">
                  <c:v>2.68</c:v>
                </c:pt>
                <c:pt idx="706">
                  <c:v>2.46</c:v>
                </c:pt>
                <c:pt idx="707">
                  <c:v>2.59</c:v>
                </c:pt>
                <c:pt idx="708">
                  <c:v>2.84</c:v>
                </c:pt>
                <c:pt idx="709">
                  <c:v>2.76</c:v>
                </c:pt>
                <c:pt idx="710">
                  <c:v>2.65</c:v>
                </c:pt>
                <c:pt idx="711">
                  <c:v>2.53</c:v>
                </c:pt>
                <c:pt idx="712">
                  <c:v>2.87</c:v>
                </c:pt>
                <c:pt idx="713">
                  <c:v>2.92</c:v>
                </c:pt>
                <c:pt idx="714">
                  <c:v>2.43</c:v>
                </c:pt>
                <c:pt idx="715">
                  <c:v>3.18</c:v>
                </c:pt>
                <c:pt idx="716">
                  <c:v>3.16</c:v>
                </c:pt>
                <c:pt idx="717">
                  <c:v>2.88</c:v>
                </c:pt>
                <c:pt idx="718">
                  <c:v>3.07</c:v>
                </c:pt>
                <c:pt idx="719">
                  <c:v>2.56</c:v>
                </c:pt>
                <c:pt idx="720">
                  <c:v>3.05</c:v>
                </c:pt>
                <c:pt idx="721">
                  <c:v>2.79</c:v>
                </c:pt>
                <c:pt idx="722">
                  <c:v>2.75</c:v>
                </c:pt>
                <c:pt idx="723">
                  <c:v>3.09</c:v>
                </c:pt>
                <c:pt idx="724">
                  <c:v>3.03</c:v>
                </c:pt>
                <c:pt idx="725">
                  <c:v>2.7</c:v>
                </c:pt>
                <c:pt idx="726">
                  <c:v>2.49</c:v>
                </c:pt>
                <c:pt idx="727">
                  <c:v>2.76</c:v>
                </c:pt>
                <c:pt idx="728">
                  <c:v>2.55</c:v>
                </c:pt>
                <c:pt idx="729">
                  <c:v>2.36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6"/>
          <c:min val="-2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Yesterday fixed alarms cried wolf. Today the data sets the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anyone knows a price is too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limits = 3 standard deviations either side of the reference-period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code book's 0.06 A only holds for a clean fortnight. All sunlit hours: 0.594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drop to about 15 A, roughly half the normal output. Lowest: 15.34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8 false alarms at 3 sigma, about 130 at 2 sigma.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false alarms with one set of limits per state, not wider limits or deleting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1,861 of 2,696 sunlit hours outside the August limits: the normal level climbs with the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 × 1.4826 makes it comparable to a standard deviation.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Reacting to common-cause variation as if it were special cause is tampering.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rule 2 is most sensitive to level shifts.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 is observed minus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 σ 0.22 °C vs raw σ 1.97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bad days in the training data spoiled the recipe.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Centred windows also swallow part of a spike and peek at the future. Trailing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W3D3.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W3D2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W3D2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3 · DAY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Charts and Residuals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Learn what normal looks like, then flag what leaves it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 Put knows the price of tomatoes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normal range, and the strange price jumps out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control chart is that market instinct, written down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charts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Centre line, two limits, and the discipline to leave normal alone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lines, learned from a quiet stretch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line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mean of a known-good reference period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centre + 3σ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centre − 3σ (not min/max, not design limits)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period: 1–15 August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Solar-array current, sunlit, before the eclipse season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hours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27.87 A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centre line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0.073 A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σ (normal wobble)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27.65–28.09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control limits (A)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lowest current: dropouts fall through the floor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3σ: false alarms in 2,880 normal hours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Theory on normal data. On our bus data with rolling limits: ±2σ fires 31 times, ±3σ fires 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satellite, three operating states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Separate limits per state. Mixing them grows σ from 0.073 A to 0.594 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reference goes stale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limits, robust statistics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+ σ: 1.08 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Right after a dropout hour the rolling σ explodes. One wild point poisons the ruler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+ MAD: 0.09 A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Barely moves. Trailing 7-day rolling limits give 5 flags: 4 dropouts + 1 false alarm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cause, special cause, tampering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cause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everyday wobble inside the band: leave it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cause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outside the band or a strange run: investigate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Tampering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reacting to normal wobble: spread grows ~39%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rules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1: one point beyond 3σ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catches spikes and dropouts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2: nine in a row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all on one side of the centre: catches level shifts (tomorrow: CUSUM)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Not “is it big?” but “is it surprising?”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= observed − expected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today's amplifier temperature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recipe: drive level + time of year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flag it if bigger than 3σ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Dear tomatoes in the scarce season: expected. Dear tomatoes in a glut: surprise.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Amplifier temperature: raw vs residual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Raw: the 68.2 °C spike stays under the 69.8 °C ceiling</a:t>
            </a:r>
            <a:endParaRPr lang="en-US" sz="1800" dirty="0"/>
          </a:p>
        </p:txBody>
      </p:sp>
      <p:graphicFrame>
        <p:nvGraphicFramePr>
          <p:cNvPr id="5" name="left chart" descr=""/>
          <p:cNvGraphicFramePr/>
          <p:nvPr/>
        </p:nvGraphicFramePr>
        <p:xfrm>
          <a:off x="731520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ight card"/>
          <p:cNvSpPr/>
          <p:nvPr/>
        </p:nvSpPr>
        <p:spPr>
          <a:xfrm>
            <a:off x="6324448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98768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Residual: the spike is 23σ; every day after 12 May is high</a:t>
            </a:r>
            <a:endParaRPr lang="en-US" sz="1800" dirty="0"/>
          </a:p>
        </p:txBody>
      </p:sp>
      <p:graphicFrame>
        <p:nvGraphicFramePr>
          <p:cNvPr id="8" name="right chart" descr=""/>
          <p:cNvGraphicFramePr/>
          <p:nvPr/>
        </p:nvGraphicFramePr>
        <p:xfrm>
          <a:off x="6507328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residual clean?</a:t>
            </a:r>
            <a:endParaRPr lang="en-US" sz="32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920240"/>
                <a:gridCol w="2377440"/>
                <a:gridCol w="2587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Recipe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Lag-1 autocorr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Spread H1 / H2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Fitted on all of 2024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0.33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0.22 / 0.49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Refit without the 2 spike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0.22 / 0.22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Checks: mean near zero · no autocorrelation left · constant spread. Never “all above zero”.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shapes of trouble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residuals catch it (23σ)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shift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fixed recipe: 233/233 days. Rolling: 0 flags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drift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rolling residual: useless. Tomorrow: CUSUM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W3D2-exercise in Colab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File → Save a copy in Drive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Run STEP 0, then top to bottom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Replace every ___, run, get the green tick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Control chart: centre ± 3σ, one set of limits per operating state, keep it fresh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Robust: median + MAD × 1.4826; never tamper with common-cause wobble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Residual = observed − expected; check it's clean; weak on slow drift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The Slow Creep: Drift and CUSUM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W3D2 · Control Charts and Residuals</dc:title>
  <dc:subject>PptxGenJS Presentation</dc:subject>
  <dc:creator>Publica Academy</dc:creator>
  <cp:lastModifiedBy>Publica Academy</cp:lastModifiedBy>
  <cp:revision>1</cp:revision>
  <dcterms:created xsi:type="dcterms:W3CDTF">2026-10-29T17:06:31Z</dcterms:created>
  <dcterms:modified xsi:type="dcterms:W3CDTF">2026-10-29T17:06:31Z</dcterms:modified>
</cp:coreProperties>
</file>