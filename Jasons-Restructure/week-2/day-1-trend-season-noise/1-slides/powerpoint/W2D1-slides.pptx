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(monthly)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 23</c:v>
                  </c:pt>
                  <c:pt idx="1">
                    <c:v/>
                  </c:pt>
                  <c:pt idx="2">
                    <c:v/>
                  </c:pt>
                  <c:pt idx="3">
                    <c:v>Apr 23</c:v>
                  </c:pt>
                  <c:pt idx="4">
                    <c:v/>
                  </c:pt>
                  <c:pt idx="5">
                    <c:v/>
                  </c:pt>
                  <c:pt idx="6">
                    <c:v>Jul 23</c:v>
                  </c:pt>
                  <c:pt idx="7">
                    <c:v/>
                  </c:pt>
                  <c:pt idx="8">
                    <c:v/>
                  </c:pt>
                  <c:pt idx="9">
                    <c:v>Oct 23</c:v>
                  </c:pt>
                  <c:pt idx="10">
                    <c:v/>
                  </c:pt>
                  <c:pt idx="11">
                    <c:v/>
                  </c:pt>
                  <c:pt idx="12">
                    <c:v>Jan 24</c:v>
                  </c:pt>
                  <c:pt idx="13">
                    <c:v/>
                  </c:pt>
                  <c:pt idx="14">
                    <c:v/>
                  </c:pt>
                  <c:pt idx="15">
                    <c:v>Apr 24</c:v>
                  </c:pt>
                  <c:pt idx="16">
                    <c:v/>
                  </c:pt>
                  <c:pt idx="17">
                    <c:v/>
                  </c:pt>
                  <c:pt idx="18">
                    <c:v>Jul 24</c:v>
                  </c:pt>
                  <c:pt idx="19">
                    <c:v/>
                  </c:pt>
                  <c:pt idx="20">
                    <c:v/>
                  </c:pt>
                  <c:pt idx="21">
                    <c:v>Oct 24</c:v>
                  </c:pt>
                  <c:pt idx="22">
                    <c:v/>
                  </c:pt>
                  <c:pt idx="23">
                    <c:v/>
                  </c:pt>
                  <c:pt idx="24">
                    <c:v>Jan 25</c:v>
                  </c:pt>
                  <c:pt idx="25">
                    <c:v/>
                  </c:pt>
                  <c:pt idx="26">
                    <c:v/>
                  </c:pt>
                  <c:pt idx="27">
                    <c:v>Apr 25</c:v>
                  </c:pt>
                  <c:pt idx="28">
                    <c:v/>
                  </c:pt>
                  <c:pt idx="29">
                    <c:v/>
                  </c:pt>
                  <c:pt idx="30">
                    <c:v>Jul 25</c:v>
                  </c:pt>
                  <c:pt idx="31">
                    <c:v/>
                  </c:pt>
                  <c:pt idx="32">
                    <c:v/>
                  </c:pt>
                  <c:pt idx="33">
                    <c:v>Oct 25</c:v>
                  </c:pt>
                  <c:pt idx="34">
                    <c:v/>
                  </c:pt>
                  <c:pt idx="35">
                    <c:v/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99.57</c:v>
                </c:pt>
                <c:pt idx="1">
                  <c:v>99.59</c:v>
                </c:pt>
                <c:pt idx="2">
                  <c:v>99.69</c:v>
                </c:pt>
                <c:pt idx="3">
                  <c:v>99.81</c:v>
                </c:pt>
                <c:pt idx="4">
                  <c:v>99.8</c:v>
                </c:pt>
                <c:pt idx="5">
                  <c:v>99.16</c:v>
                </c:pt>
                <c:pt idx="6">
                  <c:v>98.49</c:v>
                </c:pt>
                <c:pt idx="7">
                  <c:v>98.18</c:v>
                </c:pt>
                <c:pt idx="8">
                  <c:v>98.31</c:v>
                </c:pt>
                <c:pt idx="9">
                  <c:v>99.13</c:v>
                </c:pt>
                <c:pt idx="10">
                  <c:v>99.58</c:v>
                </c:pt>
                <c:pt idx="11">
                  <c:v>99.54</c:v>
                </c:pt>
                <c:pt idx="12">
                  <c:v>99.63</c:v>
                </c:pt>
                <c:pt idx="13">
                  <c:v>99.46</c:v>
                </c:pt>
                <c:pt idx="14">
                  <c:v>99.51</c:v>
                </c:pt>
                <c:pt idx="15">
                  <c:v>99.47</c:v>
                </c:pt>
                <c:pt idx="16">
                  <c:v>99.51</c:v>
                </c:pt>
                <c:pt idx="17">
                  <c:v>99.03</c:v>
                </c:pt>
                <c:pt idx="18">
                  <c:v>98.41</c:v>
                </c:pt>
                <c:pt idx="19">
                  <c:v>98.16</c:v>
                </c:pt>
                <c:pt idx="20">
                  <c:v>98.52</c:v>
                </c:pt>
                <c:pt idx="21">
                  <c:v>99.2</c:v>
                </c:pt>
                <c:pt idx="22">
                  <c:v>99.96</c:v>
                </c:pt>
                <c:pt idx="23">
                  <c:v>99.98</c:v>
                </c:pt>
                <c:pt idx="24">
                  <c:v>99.95</c:v>
                </c:pt>
                <c:pt idx="25">
                  <c:v>100.05</c:v>
                </c:pt>
                <c:pt idx="26">
                  <c:v>99.9</c:v>
                </c:pt>
                <c:pt idx="27">
                  <c:v>99.98</c:v>
                </c:pt>
                <c:pt idx="28">
                  <c:v>99.83</c:v>
                </c:pt>
                <c:pt idx="29">
                  <c:v>99.14</c:v>
                </c:pt>
                <c:pt idx="30">
                  <c:v>98.48</c:v>
                </c:pt>
                <c:pt idx="31">
                  <c:v>98.15</c:v>
                </c:pt>
                <c:pt idx="32">
                  <c:v>98.45</c:v>
                </c:pt>
                <c:pt idx="33">
                  <c:v>99.16</c:v>
                </c:pt>
                <c:pt idx="34">
                  <c:v>99.8</c:v>
                </c:pt>
                <c:pt idx="35">
                  <c:v>99.82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 23</c:v>
                  </c:pt>
                  <c:pt idx="1">
                    <c:v/>
                  </c:pt>
                  <c:pt idx="2">
                    <c:v/>
                  </c:pt>
                  <c:pt idx="3">
                    <c:v>Apr 23</c:v>
                  </c:pt>
                  <c:pt idx="4">
                    <c:v/>
                  </c:pt>
                  <c:pt idx="5">
                    <c:v/>
                  </c:pt>
                  <c:pt idx="6">
                    <c:v>Jul 23</c:v>
                  </c:pt>
                  <c:pt idx="7">
                    <c:v/>
                  </c:pt>
                  <c:pt idx="8">
                    <c:v/>
                  </c:pt>
                  <c:pt idx="9">
                    <c:v>Oct 23</c:v>
                  </c:pt>
                  <c:pt idx="10">
                    <c:v/>
                  </c:pt>
                  <c:pt idx="11">
                    <c:v/>
                  </c:pt>
                  <c:pt idx="12">
                    <c:v>Jan 24</c:v>
                  </c:pt>
                  <c:pt idx="13">
                    <c:v/>
                  </c:pt>
                  <c:pt idx="14">
                    <c:v/>
                  </c:pt>
                  <c:pt idx="15">
                    <c:v>Apr 24</c:v>
                  </c:pt>
                  <c:pt idx="16">
                    <c:v/>
                  </c:pt>
                  <c:pt idx="17">
                    <c:v/>
                  </c:pt>
                  <c:pt idx="18">
                    <c:v>Jul 24</c:v>
                  </c:pt>
                  <c:pt idx="19">
                    <c:v/>
                  </c:pt>
                  <c:pt idx="20">
                    <c:v/>
                  </c:pt>
                  <c:pt idx="21">
                    <c:v>Oct 24</c:v>
                  </c:pt>
                  <c:pt idx="22">
                    <c:v/>
                  </c:pt>
                  <c:pt idx="23">
                    <c:v/>
                  </c:pt>
                  <c:pt idx="24">
                    <c:v>Jan 25</c:v>
                  </c:pt>
                  <c:pt idx="25">
                    <c:v/>
                  </c:pt>
                  <c:pt idx="26">
                    <c:v/>
                  </c:pt>
                  <c:pt idx="27">
                    <c:v>Apr 25</c:v>
                  </c:pt>
                  <c:pt idx="28">
                    <c:v/>
                  </c:pt>
                  <c:pt idx="29">
                    <c:v/>
                  </c:pt>
                  <c:pt idx="30">
                    <c:v>Jul 25</c:v>
                  </c:pt>
                  <c:pt idx="31">
                    <c:v/>
                  </c:pt>
                  <c:pt idx="32">
                    <c:v/>
                  </c:pt>
                  <c:pt idx="33">
                    <c:v>Oct 25</c:v>
                  </c:pt>
                  <c:pt idx="34">
                    <c:v/>
                  </c:pt>
                  <c:pt idx="35">
                    <c:v/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99.24</c:v>
                </c:pt>
                <c:pt idx="7">
                  <c:v>99.237</c:v>
                </c:pt>
                <c:pt idx="8">
                  <c:v>99.224</c:v>
                </c:pt>
                <c:pt idx="9">
                  <c:v>99.202</c:v>
                </c:pt>
                <c:pt idx="10">
                  <c:v>99.176</c:v>
                </c:pt>
                <c:pt idx="11">
                  <c:v>99.159</c:v>
                </c:pt>
                <c:pt idx="12">
                  <c:v>99.15</c:v>
                </c:pt>
                <c:pt idx="13">
                  <c:v>99.146</c:v>
                </c:pt>
                <c:pt idx="14">
                  <c:v>99.154</c:v>
                </c:pt>
                <c:pt idx="15">
                  <c:v>99.165</c:v>
                </c:pt>
                <c:pt idx="16">
                  <c:v>99.184</c:v>
                </c:pt>
                <c:pt idx="17">
                  <c:v>99.218</c:v>
                </c:pt>
                <c:pt idx="18">
                  <c:v>99.25</c:v>
                </c:pt>
                <c:pt idx="19">
                  <c:v>99.288</c:v>
                </c:pt>
                <c:pt idx="20">
                  <c:v>99.329</c:v>
                </c:pt>
                <c:pt idx="21">
                  <c:v>99.366</c:v>
                </c:pt>
                <c:pt idx="22">
                  <c:v>99.401</c:v>
                </c:pt>
                <c:pt idx="23">
                  <c:v>99.419</c:v>
                </c:pt>
                <c:pt idx="24">
                  <c:v>99.426</c:v>
                </c:pt>
                <c:pt idx="25">
                  <c:v>99.429</c:v>
                </c:pt>
                <c:pt idx="26">
                  <c:v>99.425</c:v>
                </c:pt>
                <c:pt idx="27">
                  <c:v>99.421</c:v>
                </c:pt>
                <c:pt idx="28">
                  <c:v>99.412</c:v>
                </c:pt>
                <c:pt idx="29">
                  <c:v>99.399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2"/>
          <c:min val="97.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</c:v>
                </c:pt>
                <c:pt idx="1">
                  <c:v>0.46</c:v>
                </c:pt>
                <c:pt idx="2">
                  <c:v>0.41</c:v>
                </c:pt>
                <c:pt idx="3">
                  <c:v>0.43</c:v>
                </c:pt>
                <c:pt idx="4">
                  <c:v>0.37</c:v>
                </c:pt>
                <c:pt idx="5">
                  <c:v>-0.23</c:v>
                </c:pt>
                <c:pt idx="6">
                  <c:v>-0.8</c:v>
                </c:pt>
                <c:pt idx="7">
                  <c:v>-1.1</c:v>
                </c:pt>
                <c:pt idx="8">
                  <c:v>-0.87</c:v>
                </c:pt>
                <c:pt idx="9">
                  <c:v>-0.12</c:v>
                </c:pt>
                <c:pt idx="10">
                  <c:v>0.48</c:v>
                </c:pt>
                <c:pt idx="11">
                  <c:v>0.47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1.4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+0.0;-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1.26</c:v>
                </c:pt>
                <c:pt idx="1">
                  <c:v>1.35</c:v>
                </c:pt>
                <c:pt idx="2">
                  <c:v>0.99</c:v>
                </c:pt>
                <c:pt idx="3">
                  <c:v>1.15</c:v>
                </c:pt>
                <c:pt idx="4">
                  <c:v>0.53</c:v>
                </c:pt>
                <c:pt idx="5">
                  <c:v>-2.39</c:v>
                </c:pt>
                <c:pt idx="6">
                  <c:v>-2.9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-3.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+0.0;-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0.354</c:v>
                </c:pt>
                <c:pt idx="1">
                  <c:v>0.433</c:v>
                </c:pt>
                <c:pt idx="2">
                  <c:v>0.495</c:v>
                </c:pt>
                <c:pt idx="3">
                  <c:v>0.539</c:v>
                </c:pt>
                <c:pt idx="4">
                  <c:v>0.518</c:v>
                </c:pt>
                <c:pt idx="5">
                  <c:v>0.463</c:v>
                </c:pt>
                <c:pt idx="6">
                  <c:v>0.402</c:v>
                </c:pt>
                <c:pt idx="7">
                  <c:v>0.314</c:v>
                </c:pt>
                <c:pt idx="8">
                  <c:v>0.286</c:v>
                </c:pt>
                <c:pt idx="9">
                  <c:v>0.252</c:v>
                </c:pt>
                <c:pt idx="10">
                  <c:v>0.302</c:v>
                </c:pt>
                <c:pt idx="11">
                  <c:v>0.343</c:v>
                </c:pt>
                <c:pt idx="12">
                  <c:v>0.44</c:v>
                </c:pt>
                <c:pt idx="13">
                  <c:v>0.544</c:v>
                </c:pt>
                <c:pt idx="14">
                  <c:v>0.592</c:v>
                </c:pt>
                <c:pt idx="15">
                  <c:v>0.638</c:v>
                </c:pt>
                <c:pt idx="16">
                  <c:v>0.617</c:v>
                </c:pt>
                <c:pt idx="17">
                  <c:v>0.575</c:v>
                </c:pt>
                <c:pt idx="18">
                  <c:v>0.494</c:v>
                </c:pt>
                <c:pt idx="19">
                  <c:v>0.422</c:v>
                </c:pt>
                <c:pt idx="20">
                  <c:v>0.372</c:v>
                </c:pt>
                <c:pt idx="21">
                  <c:v>0.346</c:v>
                </c:pt>
                <c:pt idx="22">
                  <c:v>0.375</c:v>
                </c:pt>
                <c:pt idx="23">
                  <c:v>0.453</c:v>
                </c:pt>
                <c:pt idx="24">
                  <c:v>0.555</c:v>
                </c:pt>
                <c:pt idx="25">
                  <c:v>0.62</c:v>
                </c:pt>
                <c:pt idx="26">
                  <c:v>0.685</c:v>
                </c:pt>
                <c:pt idx="27">
                  <c:v>0.728</c:v>
                </c:pt>
                <c:pt idx="28">
                  <c:v>0.72</c:v>
                </c:pt>
                <c:pt idx="29">
                  <c:v>0.66</c:v>
                </c:pt>
                <c:pt idx="30">
                  <c:v>0.58</c:v>
                </c:pt>
                <c:pt idx="31">
                  <c:v>0.511</c:v>
                </c:pt>
                <c:pt idx="32">
                  <c:v>0.463</c:v>
                </c:pt>
                <c:pt idx="33">
                  <c:v>0.467</c:v>
                </c:pt>
                <c:pt idx="34">
                  <c:v>0.475</c:v>
                </c:pt>
                <c:pt idx="35">
                  <c:v>0.545</c:v>
                </c:pt>
                <c:pt idx="36">
                  <c:v>0.641</c:v>
                </c:pt>
                <c:pt idx="37">
                  <c:v>0.73</c:v>
                </c:pt>
                <c:pt idx="38">
                  <c:v>0.807</c:v>
                </c:pt>
                <c:pt idx="39">
                  <c:v>0.82</c:v>
                </c:pt>
                <c:pt idx="40">
                  <c:v>0.822</c:v>
                </c:pt>
                <c:pt idx="41">
                  <c:v>0.75</c:v>
                </c:pt>
                <c:pt idx="42">
                  <c:v>0.688</c:v>
                </c:pt>
                <c:pt idx="43">
                  <c:v>0.623</c:v>
                </c:pt>
                <c:pt idx="44">
                  <c:v>0.554</c:v>
                </c:pt>
                <c:pt idx="45">
                  <c:v>0.545</c:v>
                </c:pt>
                <c:pt idx="46">
                  <c:v>0.586</c:v>
                </c:pt>
                <c:pt idx="47">
                  <c:v>0.643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1"/>
          <c:min val="0.2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0.355</c:v>
                </c:pt>
                <c:pt idx="1">
                  <c:v>0.431</c:v>
                </c:pt>
                <c:pt idx="2">
                  <c:v>0.498</c:v>
                </c:pt>
                <c:pt idx="3">
                  <c:v>0.546</c:v>
                </c:pt>
                <c:pt idx="4">
                  <c:v>0.513</c:v>
                </c:pt>
                <c:pt idx="5">
                  <c:v>0.473</c:v>
                </c:pt>
                <c:pt idx="6">
                  <c:v>0.41</c:v>
                </c:pt>
                <c:pt idx="7">
                  <c:v>0.308</c:v>
                </c:pt>
                <c:pt idx="8">
                  <c:v>0.252</c:v>
                </c:pt>
                <c:pt idx="9">
                  <c:v>0.258</c:v>
                </c:pt>
                <c:pt idx="10">
                  <c:v>0.267</c:v>
                </c:pt>
                <c:pt idx="11">
                  <c:v>0.34</c:v>
                </c:pt>
                <c:pt idx="12">
                  <c:v>0.45</c:v>
                </c:pt>
                <c:pt idx="13">
                  <c:v>0.556</c:v>
                </c:pt>
                <c:pt idx="14">
                  <c:v>0.621</c:v>
                </c:pt>
                <c:pt idx="15">
                  <c:v>0.668</c:v>
                </c:pt>
                <c:pt idx="16">
                  <c:v>0.648</c:v>
                </c:pt>
                <c:pt idx="17">
                  <c:v>0.581</c:v>
                </c:pt>
                <c:pt idx="18">
                  <c:v>0.496</c:v>
                </c:pt>
                <c:pt idx="19">
                  <c:v>0.41</c:v>
                </c:pt>
                <c:pt idx="20">
                  <c:v>0.325</c:v>
                </c:pt>
                <c:pt idx="21">
                  <c:v>0.303</c:v>
                </c:pt>
                <c:pt idx="22">
                  <c:v>0.346</c:v>
                </c:pt>
                <c:pt idx="23">
                  <c:v>0.408</c:v>
                </c:pt>
                <c:pt idx="24">
                  <c:v>0.537</c:v>
                </c:pt>
                <c:pt idx="25">
                  <c:v>0.664</c:v>
                </c:pt>
                <c:pt idx="26">
                  <c:v>0.763</c:v>
                </c:pt>
                <c:pt idx="27">
                  <c:v>0.815</c:v>
                </c:pt>
                <c:pt idx="28">
                  <c:v>0.776</c:v>
                </c:pt>
                <c:pt idx="29">
                  <c:v>0.69</c:v>
                </c:pt>
                <c:pt idx="30">
                  <c:v>0.584</c:v>
                </c:pt>
                <c:pt idx="31">
                  <c:v>0.465</c:v>
                </c:pt>
                <c:pt idx="32">
                  <c:v>0.378</c:v>
                </c:pt>
                <c:pt idx="33">
                  <c:v>0.367</c:v>
                </c:pt>
                <c:pt idx="34">
                  <c:v>0.392</c:v>
                </c:pt>
                <c:pt idx="35">
                  <c:v>0.504</c:v>
                </c:pt>
                <c:pt idx="36">
                  <c:v>0.63</c:v>
                </c:pt>
                <c:pt idx="37">
                  <c:v>0.767</c:v>
                </c:pt>
                <c:pt idx="38">
                  <c:v>0.889</c:v>
                </c:pt>
                <c:pt idx="39">
                  <c:v>0.955</c:v>
                </c:pt>
                <c:pt idx="40">
                  <c:v>0.904</c:v>
                </c:pt>
                <c:pt idx="41">
                  <c:v>0.816</c:v>
                </c:pt>
                <c:pt idx="42">
                  <c:v>0.685</c:v>
                </c:pt>
                <c:pt idx="43">
                  <c:v>0.554</c:v>
                </c:pt>
                <c:pt idx="44">
                  <c:v>0.438</c:v>
                </c:pt>
                <c:pt idx="45">
                  <c:v>0.416</c:v>
                </c:pt>
                <c:pt idx="46">
                  <c:v>0.465</c:v>
                </c:pt>
                <c:pt idx="47">
                  <c:v>0.578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  <c:max val="1"/>
          <c:min val="0.2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Sheet1!$A$2:$A$745</c:f>
              <c:multiLvlStrCache>
                <c:ptCount val="744"/>
                <c:lvl>
                  <c:pt idx="0">
                    <c:v>01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>08 Aug</c:v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>15 Aug</c:v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/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/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/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/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>22 Aug</c:v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/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/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/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/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/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/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/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>29 Aug</c:v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/>
                  </c:pt>
                  <c:pt idx="700">
                    <c:v/>
                  </c:pt>
                  <c:pt idx="701">
                    <c:v/>
                  </c:pt>
                  <c:pt idx="702">
                    <c:v/>
                  </c:pt>
                  <c:pt idx="703">
                    <c:v/>
                  </c:pt>
                  <c:pt idx="704">
                    <c:v/>
                  </c:pt>
                  <c:pt idx="705">
                    <c:v/>
                  </c:pt>
                  <c:pt idx="706">
                    <c:v/>
                  </c:pt>
                  <c:pt idx="707">
                    <c:v/>
                  </c:pt>
                  <c:pt idx="708">
                    <c:v/>
                  </c:pt>
                  <c:pt idx="709">
                    <c:v/>
                  </c:pt>
                  <c:pt idx="710">
                    <c:v/>
                  </c:pt>
                  <c:pt idx="711">
                    <c:v/>
                  </c:pt>
                  <c:pt idx="712">
                    <c:v/>
                  </c:pt>
                  <c:pt idx="713">
                    <c:v/>
                  </c:pt>
                  <c:pt idx="714">
                    <c:v/>
                  </c:pt>
                  <c:pt idx="715">
                    <c:v/>
                  </c:pt>
                  <c:pt idx="716">
                    <c:v/>
                  </c:pt>
                  <c:pt idx="717">
                    <c:v/>
                  </c:pt>
                  <c:pt idx="718">
                    <c:v/>
                  </c:pt>
                  <c:pt idx="719">
                    <c:v/>
                  </c:pt>
                  <c:pt idx="720">
                    <c:v/>
                  </c:pt>
                  <c:pt idx="721">
                    <c:v/>
                  </c:pt>
                  <c:pt idx="722">
                    <c:v/>
                  </c:pt>
                  <c:pt idx="723">
                    <c:v/>
                  </c:pt>
                  <c:pt idx="724">
                    <c:v/>
                  </c:pt>
                  <c:pt idx="725">
                    <c:v/>
                  </c:pt>
                  <c:pt idx="726">
                    <c:v/>
                  </c:pt>
                  <c:pt idx="727">
                    <c:v/>
                  </c:pt>
                  <c:pt idx="728">
                    <c:v/>
                  </c:pt>
                  <c:pt idx="729">
                    <c:v/>
                  </c:pt>
                  <c:pt idx="730">
                    <c:v/>
                  </c:pt>
                  <c:pt idx="731">
                    <c:v/>
                  </c:pt>
                  <c:pt idx="732">
                    <c:v/>
                  </c:pt>
                  <c:pt idx="733">
                    <c:v/>
                  </c:pt>
                  <c:pt idx="734">
                    <c:v/>
                  </c:pt>
                  <c:pt idx="735">
                    <c:v/>
                  </c:pt>
                  <c:pt idx="736">
                    <c:v/>
                  </c:pt>
                  <c:pt idx="737">
                    <c:v/>
                  </c:pt>
                  <c:pt idx="738">
                    <c:v/>
                  </c:pt>
                  <c:pt idx="739">
                    <c:v/>
                  </c:pt>
                  <c:pt idx="740">
                    <c:v/>
                  </c:pt>
                  <c:pt idx="741">
                    <c:v/>
                  </c:pt>
                  <c:pt idx="742">
                    <c:v/>
                  </c:pt>
                  <c:pt idx="743">
                    <c:v/>
                  </c:pt>
                </c:lvl>
              </c:multiLvlStrCache>
            </c:multiLvlStrRef>
          </c:cat>
          <c:val>
            <c:numRef>
              <c:f>Sheet1!$B$2:$B$745</c:f>
              <c:numCache>
                <c:formatCode>General</c:formatCode>
                <c:ptCount val="74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-0.1</c:v>
                </c:pt>
                <c:pt idx="13">
                  <c:v>0.04</c:v>
                </c:pt>
                <c:pt idx="14">
                  <c:v>0.06</c:v>
                </c:pt>
                <c:pt idx="15">
                  <c:v>-0.04</c:v>
                </c:pt>
                <c:pt idx="16">
                  <c:v>-0.07</c:v>
                </c:pt>
                <c:pt idx="17">
                  <c:v>0.08</c:v>
                </c:pt>
                <c:pt idx="18">
                  <c:v>-0.12</c:v>
                </c:pt>
                <c:pt idx="19">
                  <c:v>-0.09</c:v>
                </c:pt>
                <c:pt idx="20">
                  <c:v>0.06</c:v>
                </c:pt>
                <c:pt idx="21">
                  <c:v>0.03</c:v>
                </c:pt>
                <c:pt idx="22">
                  <c:v>-0.06</c:v>
                </c:pt>
                <c:pt idx="23">
                  <c:v>0.02</c:v>
                </c:pt>
                <c:pt idx="24">
                  <c:v>0.05</c:v>
                </c:pt>
                <c:pt idx="25">
                  <c:v>-0.12</c:v>
                </c:pt>
                <c:pt idx="26">
                  <c:v>0</c:v>
                </c:pt>
                <c:pt idx="27">
                  <c:v>-0.11</c:v>
                </c:pt>
                <c:pt idx="28">
                  <c:v>0.03</c:v>
                </c:pt>
                <c:pt idx="29">
                  <c:v>0.01</c:v>
                </c:pt>
                <c:pt idx="30">
                  <c:v>0</c:v>
                </c:pt>
                <c:pt idx="31">
                  <c:v>-0.05</c:v>
                </c:pt>
                <c:pt idx="32">
                  <c:v>-0.1</c:v>
                </c:pt>
                <c:pt idx="33">
                  <c:v>0.48</c:v>
                </c:pt>
                <c:pt idx="34">
                  <c:v>0.01</c:v>
                </c:pt>
                <c:pt idx="35">
                  <c:v>0.07</c:v>
                </c:pt>
                <c:pt idx="36">
                  <c:v>-0.09</c:v>
                </c:pt>
                <c:pt idx="37">
                  <c:v>-0.02</c:v>
                </c:pt>
                <c:pt idx="38">
                  <c:v>-0.01</c:v>
                </c:pt>
                <c:pt idx="39">
                  <c:v>0.02</c:v>
                </c:pt>
                <c:pt idx="40">
                  <c:v>0.05</c:v>
                </c:pt>
                <c:pt idx="41">
                  <c:v>0.06</c:v>
                </c:pt>
                <c:pt idx="42">
                  <c:v>-0.06</c:v>
                </c:pt>
                <c:pt idx="43">
                  <c:v>-0.09</c:v>
                </c:pt>
                <c:pt idx="44">
                  <c:v>-0.05</c:v>
                </c:pt>
                <c:pt idx="45">
                  <c:v>0.07</c:v>
                </c:pt>
                <c:pt idx="46">
                  <c:v>-0.01</c:v>
                </c:pt>
                <c:pt idx="47">
                  <c:v>-0.09</c:v>
                </c:pt>
                <c:pt idx="48">
                  <c:v>-0.06</c:v>
                </c:pt>
                <c:pt idx="49">
                  <c:v>-0.13</c:v>
                </c:pt>
                <c:pt idx="50">
                  <c:v>0.08</c:v>
                </c:pt>
                <c:pt idx="51">
                  <c:v>-0.06</c:v>
                </c:pt>
                <c:pt idx="52">
                  <c:v>-0.02</c:v>
                </c:pt>
                <c:pt idx="53">
                  <c:v>-0.09</c:v>
                </c:pt>
                <c:pt idx="54">
                  <c:v>0.09</c:v>
                </c:pt>
                <c:pt idx="55">
                  <c:v>0.02</c:v>
                </c:pt>
                <c:pt idx="56">
                  <c:v>-0.09</c:v>
                </c:pt>
                <c:pt idx="57">
                  <c:v>0.34</c:v>
                </c:pt>
                <c:pt idx="58">
                  <c:v>0.05</c:v>
                </c:pt>
                <c:pt idx="59">
                  <c:v>-0.04</c:v>
                </c:pt>
                <c:pt idx="60">
                  <c:v>-0.07</c:v>
                </c:pt>
                <c:pt idx="61">
                  <c:v>0.04</c:v>
                </c:pt>
                <c:pt idx="62">
                  <c:v>0.03</c:v>
                </c:pt>
                <c:pt idx="63">
                  <c:v>-0.03</c:v>
                </c:pt>
                <c:pt idx="64">
                  <c:v>-0.02</c:v>
                </c:pt>
                <c:pt idx="65">
                  <c:v>0.08</c:v>
                </c:pt>
                <c:pt idx="66">
                  <c:v>-0.1</c:v>
                </c:pt>
                <c:pt idx="67">
                  <c:v>-0.03</c:v>
                </c:pt>
                <c:pt idx="68">
                  <c:v>0.06</c:v>
                </c:pt>
                <c:pt idx="69">
                  <c:v>-0.06</c:v>
                </c:pt>
                <c:pt idx="70">
                  <c:v>-0.04</c:v>
                </c:pt>
                <c:pt idx="71">
                  <c:v>-0.03</c:v>
                </c:pt>
                <c:pt idx="72">
                  <c:v>-0.05</c:v>
                </c:pt>
                <c:pt idx="73">
                  <c:v>-0.04</c:v>
                </c:pt>
                <c:pt idx="74">
                  <c:v>-0.04</c:v>
                </c:pt>
                <c:pt idx="75">
                  <c:v>0.02</c:v>
                </c:pt>
                <c:pt idx="76">
                  <c:v>-0.11</c:v>
                </c:pt>
                <c:pt idx="77">
                  <c:v>-0.01</c:v>
                </c:pt>
                <c:pt idx="78">
                  <c:v>-0.06</c:v>
                </c:pt>
                <c:pt idx="79">
                  <c:v>-0.02</c:v>
                </c:pt>
                <c:pt idx="80">
                  <c:v>0.03</c:v>
                </c:pt>
                <c:pt idx="81">
                  <c:v>0.42</c:v>
                </c:pt>
                <c:pt idx="82">
                  <c:v>-0.08</c:v>
                </c:pt>
                <c:pt idx="83">
                  <c:v>0.08</c:v>
                </c:pt>
                <c:pt idx="84">
                  <c:v>0.08</c:v>
                </c:pt>
                <c:pt idx="85">
                  <c:v>-0.1</c:v>
                </c:pt>
                <c:pt idx="86">
                  <c:v>-0.1</c:v>
                </c:pt>
                <c:pt idx="87">
                  <c:v>0.07</c:v>
                </c:pt>
                <c:pt idx="88">
                  <c:v>0.09</c:v>
                </c:pt>
                <c:pt idx="89">
                  <c:v>0.04</c:v>
                </c:pt>
                <c:pt idx="90">
                  <c:v>-0.09</c:v>
                </c:pt>
                <c:pt idx="91">
                  <c:v>0.03</c:v>
                </c:pt>
                <c:pt idx="92">
                  <c:v>0.02</c:v>
                </c:pt>
                <c:pt idx="93">
                  <c:v>-0.14</c:v>
                </c:pt>
                <c:pt idx="94">
                  <c:v>0.03</c:v>
                </c:pt>
                <c:pt idx="95">
                  <c:v>-0.1</c:v>
                </c:pt>
                <c:pt idx="96">
                  <c:v>0.04</c:v>
                </c:pt>
                <c:pt idx="97">
                  <c:v>0.05</c:v>
                </c:pt>
                <c:pt idx="98">
                  <c:v>-0.06</c:v>
                </c:pt>
                <c:pt idx="99">
                  <c:v>-0.01</c:v>
                </c:pt>
                <c:pt idx="100">
                  <c:v>-0.01</c:v>
                </c:pt>
                <c:pt idx="101">
                  <c:v>-0.07</c:v>
                </c:pt>
                <c:pt idx="102">
                  <c:v>0.03</c:v>
                </c:pt>
                <c:pt idx="103">
                  <c:v>-0.09</c:v>
                </c:pt>
                <c:pt idx="104">
                  <c:v>-0.06</c:v>
                </c:pt>
                <c:pt idx="105">
                  <c:v>0.38</c:v>
                </c:pt>
                <c:pt idx="106">
                  <c:v>0.01</c:v>
                </c:pt>
                <c:pt idx="107">
                  <c:v>0.09</c:v>
                </c:pt>
                <c:pt idx="108">
                  <c:v>-0.04</c:v>
                </c:pt>
                <c:pt idx="109">
                  <c:v>-0.01</c:v>
                </c:pt>
                <c:pt idx="110">
                  <c:v>-0.06</c:v>
                </c:pt>
                <c:pt idx="111">
                  <c:v>-0.01</c:v>
                </c:pt>
                <c:pt idx="112">
                  <c:v>0.03</c:v>
                </c:pt>
                <c:pt idx="113">
                  <c:v>-0.04</c:v>
                </c:pt>
                <c:pt idx="114">
                  <c:v>0.08</c:v>
                </c:pt>
                <c:pt idx="115">
                  <c:v>-0.13</c:v>
                </c:pt>
                <c:pt idx="116">
                  <c:v>-0.05</c:v>
                </c:pt>
                <c:pt idx="117">
                  <c:v>-0.1</c:v>
                </c:pt>
                <c:pt idx="118">
                  <c:v>0.01</c:v>
                </c:pt>
                <c:pt idx="119">
                  <c:v>-0.1</c:v>
                </c:pt>
                <c:pt idx="120">
                  <c:v>-0.08</c:v>
                </c:pt>
                <c:pt idx="121">
                  <c:v>-0.01</c:v>
                </c:pt>
                <c:pt idx="122">
                  <c:v>0.08</c:v>
                </c:pt>
                <c:pt idx="123">
                  <c:v>-0.02</c:v>
                </c:pt>
                <c:pt idx="124">
                  <c:v>-0.06</c:v>
                </c:pt>
                <c:pt idx="125">
                  <c:v>0.05</c:v>
                </c:pt>
                <c:pt idx="126">
                  <c:v>0.07</c:v>
                </c:pt>
                <c:pt idx="127">
                  <c:v>0</c:v>
                </c:pt>
                <c:pt idx="128">
                  <c:v>0.05</c:v>
                </c:pt>
                <c:pt idx="129">
                  <c:v>0.47</c:v>
                </c:pt>
                <c:pt idx="130">
                  <c:v>0.02</c:v>
                </c:pt>
                <c:pt idx="131">
                  <c:v>-0.09</c:v>
                </c:pt>
                <c:pt idx="132">
                  <c:v>-0.07</c:v>
                </c:pt>
                <c:pt idx="133">
                  <c:v>-0.03</c:v>
                </c:pt>
                <c:pt idx="134">
                  <c:v>-0.08</c:v>
                </c:pt>
                <c:pt idx="135">
                  <c:v>-0.05</c:v>
                </c:pt>
                <c:pt idx="136">
                  <c:v>-0.09</c:v>
                </c:pt>
                <c:pt idx="137">
                  <c:v>-0.12</c:v>
                </c:pt>
                <c:pt idx="138">
                  <c:v>0.02</c:v>
                </c:pt>
                <c:pt idx="139">
                  <c:v>0.03</c:v>
                </c:pt>
                <c:pt idx="140">
                  <c:v>-0.1</c:v>
                </c:pt>
                <c:pt idx="141">
                  <c:v>0.08</c:v>
                </c:pt>
                <c:pt idx="142">
                  <c:v>0.04</c:v>
                </c:pt>
                <c:pt idx="143">
                  <c:v>-0.05</c:v>
                </c:pt>
                <c:pt idx="144">
                  <c:v>0.02</c:v>
                </c:pt>
                <c:pt idx="145">
                  <c:v>0</c:v>
                </c:pt>
                <c:pt idx="146">
                  <c:v>0.06</c:v>
                </c:pt>
                <c:pt idx="147">
                  <c:v>-0.03</c:v>
                </c:pt>
                <c:pt idx="148">
                  <c:v>-0.06</c:v>
                </c:pt>
                <c:pt idx="149">
                  <c:v>-0.02</c:v>
                </c:pt>
                <c:pt idx="150">
                  <c:v>-0.1</c:v>
                </c:pt>
                <c:pt idx="151">
                  <c:v>0.09</c:v>
                </c:pt>
                <c:pt idx="152">
                  <c:v>0.06</c:v>
                </c:pt>
                <c:pt idx="153">
                  <c:v>0.33</c:v>
                </c:pt>
                <c:pt idx="154">
                  <c:v>0.02</c:v>
                </c:pt>
                <c:pt idx="155">
                  <c:v>0.03</c:v>
                </c:pt>
                <c:pt idx="156">
                  <c:v>-0.08</c:v>
                </c:pt>
                <c:pt idx="157">
                  <c:v>0.04</c:v>
                </c:pt>
                <c:pt idx="158">
                  <c:v>0.06</c:v>
                </c:pt>
                <c:pt idx="159">
                  <c:v>-0.1</c:v>
                </c:pt>
                <c:pt idx="160">
                  <c:v>-0.01</c:v>
                </c:pt>
                <c:pt idx="161">
                  <c:v>-0.07</c:v>
                </c:pt>
                <c:pt idx="162">
                  <c:v>-0.09</c:v>
                </c:pt>
                <c:pt idx="163">
                  <c:v>-0.1</c:v>
                </c:pt>
                <c:pt idx="164">
                  <c:v>0.08</c:v>
                </c:pt>
                <c:pt idx="165">
                  <c:v>-0.12</c:v>
                </c:pt>
                <c:pt idx="166">
                  <c:v>-0.06</c:v>
                </c:pt>
                <c:pt idx="167">
                  <c:v>0.11</c:v>
                </c:pt>
                <c:pt idx="168">
                  <c:v>-0.02</c:v>
                </c:pt>
                <c:pt idx="169">
                  <c:v>0</c:v>
                </c:pt>
                <c:pt idx="170">
                  <c:v>-0.07</c:v>
                </c:pt>
                <c:pt idx="171">
                  <c:v>0.06</c:v>
                </c:pt>
                <c:pt idx="172">
                  <c:v>0.05</c:v>
                </c:pt>
                <c:pt idx="173">
                  <c:v>-0.06</c:v>
                </c:pt>
                <c:pt idx="174">
                  <c:v>-0.09</c:v>
                </c:pt>
                <c:pt idx="175">
                  <c:v>-0.09</c:v>
                </c:pt>
                <c:pt idx="176">
                  <c:v>0.01</c:v>
                </c:pt>
                <c:pt idx="177">
                  <c:v>0.43</c:v>
                </c:pt>
                <c:pt idx="178">
                  <c:v>-0.1</c:v>
                </c:pt>
                <c:pt idx="179">
                  <c:v>-0.06</c:v>
                </c:pt>
                <c:pt idx="180">
                  <c:v>0.12</c:v>
                </c:pt>
                <c:pt idx="181">
                  <c:v>0</c:v>
                </c:pt>
                <c:pt idx="182">
                  <c:v>0.02</c:v>
                </c:pt>
                <c:pt idx="183">
                  <c:v>0.01</c:v>
                </c:pt>
                <c:pt idx="184">
                  <c:v>-0.02</c:v>
                </c:pt>
                <c:pt idx="185">
                  <c:v>-0.04</c:v>
                </c:pt>
                <c:pt idx="186">
                  <c:v>-0.02</c:v>
                </c:pt>
                <c:pt idx="187">
                  <c:v>-0.03</c:v>
                </c:pt>
                <c:pt idx="188">
                  <c:v>-0.01</c:v>
                </c:pt>
                <c:pt idx="189">
                  <c:v>0.04</c:v>
                </c:pt>
                <c:pt idx="190">
                  <c:v>-0.11</c:v>
                </c:pt>
                <c:pt idx="191">
                  <c:v>-0.08</c:v>
                </c:pt>
                <c:pt idx="192">
                  <c:v>0.04</c:v>
                </c:pt>
                <c:pt idx="193">
                  <c:v>0.01</c:v>
                </c:pt>
                <c:pt idx="194">
                  <c:v>0</c:v>
                </c:pt>
                <c:pt idx="195">
                  <c:v>-0.09</c:v>
                </c:pt>
                <c:pt idx="196">
                  <c:v>0.04</c:v>
                </c:pt>
                <c:pt idx="197">
                  <c:v>0.07</c:v>
                </c:pt>
                <c:pt idx="198">
                  <c:v>-0.11</c:v>
                </c:pt>
                <c:pt idx="199">
                  <c:v>0.01</c:v>
                </c:pt>
                <c:pt idx="200">
                  <c:v>-0.06</c:v>
                </c:pt>
                <c:pt idx="201">
                  <c:v>0.47</c:v>
                </c:pt>
                <c:pt idx="202">
                  <c:v>-0.05</c:v>
                </c:pt>
                <c:pt idx="203">
                  <c:v>-0.1</c:v>
                </c:pt>
                <c:pt idx="204">
                  <c:v>-0.11</c:v>
                </c:pt>
                <c:pt idx="205">
                  <c:v>0.02</c:v>
                </c:pt>
                <c:pt idx="206">
                  <c:v>0.05</c:v>
                </c:pt>
                <c:pt idx="207">
                  <c:v>-0.03</c:v>
                </c:pt>
                <c:pt idx="208">
                  <c:v>-0.06</c:v>
                </c:pt>
                <c:pt idx="209">
                  <c:v>-0.01</c:v>
                </c:pt>
                <c:pt idx="210">
                  <c:v>0.04</c:v>
                </c:pt>
                <c:pt idx="211">
                  <c:v>0.02</c:v>
                </c:pt>
                <c:pt idx="212">
                  <c:v>-0.03</c:v>
                </c:pt>
                <c:pt idx="213">
                  <c:v>0.01</c:v>
                </c:pt>
                <c:pt idx="214">
                  <c:v>0.04</c:v>
                </c:pt>
                <c:pt idx="215">
                  <c:v>-0.01</c:v>
                </c:pt>
                <c:pt idx="216">
                  <c:v>0</c:v>
                </c:pt>
                <c:pt idx="217">
                  <c:v>-0.07</c:v>
                </c:pt>
                <c:pt idx="218">
                  <c:v>-0.07</c:v>
                </c:pt>
                <c:pt idx="219">
                  <c:v>0.03</c:v>
                </c:pt>
                <c:pt idx="220">
                  <c:v>0.05</c:v>
                </c:pt>
                <c:pt idx="221">
                  <c:v>-0.02</c:v>
                </c:pt>
                <c:pt idx="222">
                  <c:v>0.06</c:v>
                </c:pt>
                <c:pt idx="223">
                  <c:v>-0.03</c:v>
                </c:pt>
                <c:pt idx="224">
                  <c:v>-0.07</c:v>
                </c:pt>
                <c:pt idx="225">
                  <c:v>0.33</c:v>
                </c:pt>
                <c:pt idx="226">
                  <c:v>-0.11</c:v>
                </c:pt>
                <c:pt idx="227">
                  <c:v>-0.03</c:v>
                </c:pt>
                <c:pt idx="228">
                  <c:v>-0.04</c:v>
                </c:pt>
                <c:pt idx="229">
                  <c:v>-0.06</c:v>
                </c:pt>
                <c:pt idx="230">
                  <c:v>-0.12</c:v>
                </c:pt>
                <c:pt idx="231">
                  <c:v>0.07</c:v>
                </c:pt>
                <c:pt idx="232">
                  <c:v>-0.05</c:v>
                </c:pt>
                <c:pt idx="233">
                  <c:v>0.05</c:v>
                </c:pt>
                <c:pt idx="234">
                  <c:v>0.02</c:v>
                </c:pt>
                <c:pt idx="235">
                  <c:v>0.04</c:v>
                </c:pt>
                <c:pt idx="236">
                  <c:v>-0.02</c:v>
                </c:pt>
                <c:pt idx="237">
                  <c:v>0</c:v>
                </c:pt>
                <c:pt idx="238">
                  <c:v>0.03</c:v>
                </c:pt>
                <c:pt idx="239">
                  <c:v>0.07</c:v>
                </c:pt>
                <c:pt idx="240">
                  <c:v>0.05</c:v>
                </c:pt>
                <c:pt idx="241">
                  <c:v>-0.03</c:v>
                </c:pt>
                <c:pt idx="242">
                  <c:v>-0.04</c:v>
                </c:pt>
                <c:pt idx="243">
                  <c:v>-0.07</c:v>
                </c:pt>
                <c:pt idx="244">
                  <c:v>0.06</c:v>
                </c:pt>
                <c:pt idx="245">
                  <c:v>-0.08</c:v>
                </c:pt>
                <c:pt idx="246">
                  <c:v>-0.07</c:v>
                </c:pt>
                <c:pt idx="247">
                  <c:v>-0.12</c:v>
                </c:pt>
                <c:pt idx="248">
                  <c:v>-0.05</c:v>
                </c:pt>
                <c:pt idx="249">
                  <c:v>0.42</c:v>
                </c:pt>
                <c:pt idx="250">
                  <c:v>0.02</c:v>
                </c:pt>
                <c:pt idx="251">
                  <c:v>-0.11</c:v>
                </c:pt>
                <c:pt idx="252">
                  <c:v>0.05</c:v>
                </c:pt>
                <c:pt idx="253">
                  <c:v>-0.1</c:v>
                </c:pt>
                <c:pt idx="254">
                  <c:v>0.04</c:v>
                </c:pt>
                <c:pt idx="255">
                  <c:v>-0.07</c:v>
                </c:pt>
                <c:pt idx="256">
                  <c:v>0.03</c:v>
                </c:pt>
                <c:pt idx="257">
                  <c:v>-0.01</c:v>
                </c:pt>
                <c:pt idx="258">
                  <c:v>0.02</c:v>
                </c:pt>
                <c:pt idx="259">
                  <c:v>-0.01</c:v>
                </c:pt>
                <c:pt idx="260">
                  <c:v>-0.12</c:v>
                </c:pt>
                <c:pt idx="261">
                  <c:v>0.02</c:v>
                </c:pt>
                <c:pt idx="262">
                  <c:v>-0.1</c:v>
                </c:pt>
                <c:pt idx="263">
                  <c:v>0.09</c:v>
                </c:pt>
                <c:pt idx="264">
                  <c:v>-0.02</c:v>
                </c:pt>
                <c:pt idx="265">
                  <c:v>0.06</c:v>
                </c:pt>
                <c:pt idx="266">
                  <c:v>-0.12</c:v>
                </c:pt>
                <c:pt idx="267">
                  <c:v>0.05</c:v>
                </c:pt>
                <c:pt idx="268">
                  <c:v>0.06</c:v>
                </c:pt>
                <c:pt idx="269">
                  <c:v>-0.02</c:v>
                </c:pt>
                <c:pt idx="270">
                  <c:v>0.01</c:v>
                </c:pt>
                <c:pt idx="271">
                  <c:v>-0.11</c:v>
                </c:pt>
                <c:pt idx="272">
                  <c:v>-0.01</c:v>
                </c:pt>
                <c:pt idx="273">
                  <c:v>0.5</c:v>
                </c:pt>
                <c:pt idx="274">
                  <c:v>-0.04</c:v>
                </c:pt>
                <c:pt idx="275">
                  <c:v>-0.08</c:v>
                </c:pt>
                <c:pt idx="276">
                  <c:v>0.08</c:v>
                </c:pt>
                <c:pt idx="277">
                  <c:v>-0.06</c:v>
                </c:pt>
                <c:pt idx="278">
                  <c:v>0.07</c:v>
                </c:pt>
                <c:pt idx="279">
                  <c:v>-0.11</c:v>
                </c:pt>
                <c:pt idx="280">
                  <c:v>-0.03</c:v>
                </c:pt>
                <c:pt idx="281">
                  <c:v>-0.03</c:v>
                </c:pt>
                <c:pt idx="282">
                  <c:v>0.05</c:v>
                </c:pt>
                <c:pt idx="283">
                  <c:v>-0.13</c:v>
                </c:pt>
                <c:pt idx="284">
                  <c:v>-0.12</c:v>
                </c:pt>
                <c:pt idx="285">
                  <c:v>0.01</c:v>
                </c:pt>
                <c:pt idx="286">
                  <c:v>0.01</c:v>
                </c:pt>
                <c:pt idx="287">
                  <c:v>0</c:v>
                </c:pt>
                <c:pt idx="288">
                  <c:v>0</c:v>
                </c:pt>
                <c:pt idx="289">
                  <c:v>-0.04</c:v>
                </c:pt>
                <c:pt idx="290">
                  <c:v>0.09</c:v>
                </c:pt>
                <c:pt idx="291">
                  <c:v>0.03</c:v>
                </c:pt>
                <c:pt idx="292">
                  <c:v>-0.11</c:v>
                </c:pt>
                <c:pt idx="293">
                  <c:v>-0.11</c:v>
                </c:pt>
                <c:pt idx="294">
                  <c:v>-0.05</c:v>
                </c:pt>
                <c:pt idx="295">
                  <c:v>-0.02</c:v>
                </c:pt>
                <c:pt idx="296">
                  <c:v>-0.01</c:v>
                </c:pt>
                <c:pt idx="297">
                  <c:v>0.47</c:v>
                </c:pt>
                <c:pt idx="298">
                  <c:v>0.06</c:v>
                </c:pt>
                <c:pt idx="299">
                  <c:v>-0.11</c:v>
                </c:pt>
                <c:pt idx="300">
                  <c:v>-0.06</c:v>
                </c:pt>
                <c:pt idx="301">
                  <c:v>0.02</c:v>
                </c:pt>
                <c:pt idx="302">
                  <c:v>0.06</c:v>
                </c:pt>
                <c:pt idx="303">
                  <c:v>0.01</c:v>
                </c:pt>
                <c:pt idx="304">
                  <c:v>-0.03</c:v>
                </c:pt>
                <c:pt idx="305">
                  <c:v>-0.06</c:v>
                </c:pt>
                <c:pt idx="306">
                  <c:v>0</c:v>
                </c:pt>
                <c:pt idx="307">
                  <c:v>-0.07</c:v>
                </c:pt>
                <c:pt idx="308">
                  <c:v>-0.15</c:v>
                </c:pt>
                <c:pt idx="309">
                  <c:v>-0.13</c:v>
                </c:pt>
                <c:pt idx="310">
                  <c:v>-0.02</c:v>
                </c:pt>
                <c:pt idx="311">
                  <c:v>0.09</c:v>
                </c:pt>
                <c:pt idx="312">
                  <c:v>0.07</c:v>
                </c:pt>
                <c:pt idx="313">
                  <c:v>0.06</c:v>
                </c:pt>
                <c:pt idx="314">
                  <c:v>0.01</c:v>
                </c:pt>
                <c:pt idx="315">
                  <c:v>-0.01</c:v>
                </c:pt>
                <c:pt idx="316">
                  <c:v>0.06</c:v>
                </c:pt>
                <c:pt idx="317">
                  <c:v>0.06</c:v>
                </c:pt>
                <c:pt idx="318">
                  <c:v>0</c:v>
                </c:pt>
                <c:pt idx="319">
                  <c:v>-0.05</c:v>
                </c:pt>
                <c:pt idx="320">
                  <c:v>-0.06</c:v>
                </c:pt>
                <c:pt idx="321">
                  <c:v>0.4</c:v>
                </c:pt>
                <c:pt idx="322">
                  <c:v>-0.1</c:v>
                </c:pt>
                <c:pt idx="323">
                  <c:v>-0.1</c:v>
                </c:pt>
                <c:pt idx="324">
                  <c:v>0.08</c:v>
                </c:pt>
                <c:pt idx="325">
                  <c:v>0.08</c:v>
                </c:pt>
                <c:pt idx="326">
                  <c:v>-0.11</c:v>
                </c:pt>
                <c:pt idx="327">
                  <c:v>-0.03</c:v>
                </c:pt>
                <c:pt idx="328">
                  <c:v>-0.03</c:v>
                </c:pt>
                <c:pt idx="329">
                  <c:v>-0.09</c:v>
                </c:pt>
                <c:pt idx="330">
                  <c:v>-0.02</c:v>
                </c:pt>
                <c:pt idx="331">
                  <c:v>0.05</c:v>
                </c:pt>
                <c:pt idx="332">
                  <c:v>-0.07</c:v>
                </c:pt>
                <c:pt idx="333">
                  <c:v>-0.07</c:v>
                </c:pt>
                <c:pt idx="334">
                  <c:v>-0.01</c:v>
                </c:pt>
                <c:pt idx="335">
                  <c:v>0.06</c:v>
                </c:pt>
                <c:pt idx="336">
                  <c:v>0.03</c:v>
                </c:pt>
                <c:pt idx="337">
                  <c:v>0</c:v>
                </c:pt>
                <c:pt idx="338">
                  <c:v>-0.1</c:v>
                </c:pt>
                <c:pt idx="339">
                  <c:v>0.02</c:v>
                </c:pt>
                <c:pt idx="340">
                  <c:v>-0.09</c:v>
                </c:pt>
                <c:pt idx="341">
                  <c:v>-0.09</c:v>
                </c:pt>
                <c:pt idx="342">
                  <c:v>0.06</c:v>
                </c:pt>
                <c:pt idx="343">
                  <c:v>-0.01</c:v>
                </c:pt>
                <c:pt idx="344">
                  <c:v>-0.02</c:v>
                </c:pt>
                <c:pt idx="345">
                  <c:v>0.36</c:v>
                </c:pt>
                <c:pt idx="346">
                  <c:v>-0.03</c:v>
                </c:pt>
                <c:pt idx="347">
                  <c:v>0.04</c:v>
                </c:pt>
                <c:pt idx="348">
                  <c:v>0.09</c:v>
                </c:pt>
                <c:pt idx="349">
                  <c:v>-0.04</c:v>
                </c:pt>
                <c:pt idx="350">
                  <c:v>-0.03</c:v>
                </c:pt>
                <c:pt idx="351">
                  <c:v>-0.08</c:v>
                </c:pt>
                <c:pt idx="352">
                  <c:v>-0.04</c:v>
                </c:pt>
                <c:pt idx="353">
                  <c:v>0.03</c:v>
                </c:pt>
                <c:pt idx="354">
                  <c:v>-0.07</c:v>
                </c:pt>
                <c:pt idx="355">
                  <c:v>-0.07</c:v>
                </c:pt>
                <c:pt idx="356">
                  <c:v>-0.07</c:v>
                </c:pt>
                <c:pt idx="357">
                  <c:v>0.07</c:v>
                </c:pt>
                <c:pt idx="358">
                  <c:v>-0.08</c:v>
                </c:pt>
                <c:pt idx="359">
                  <c:v>0.1</c:v>
                </c:pt>
                <c:pt idx="360">
                  <c:v>-0.04</c:v>
                </c:pt>
                <c:pt idx="361">
                  <c:v>-0.1</c:v>
                </c:pt>
                <c:pt idx="362">
                  <c:v>0.01</c:v>
                </c:pt>
                <c:pt idx="363">
                  <c:v>-0.07</c:v>
                </c:pt>
                <c:pt idx="364">
                  <c:v>-0.05</c:v>
                </c:pt>
                <c:pt idx="365">
                  <c:v>0</c:v>
                </c:pt>
                <c:pt idx="366">
                  <c:v>0.05</c:v>
                </c:pt>
                <c:pt idx="367">
                  <c:v>0.04</c:v>
                </c:pt>
                <c:pt idx="368">
                  <c:v>0.08</c:v>
                </c:pt>
                <c:pt idx="369">
                  <c:v>0.36</c:v>
                </c:pt>
                <c:pt idx="370">
                  <c:v>-0.05</c:v>
                </c:pt>
                <c:pt idx="371">
                  <c:v>0.07</c:v>
                </c:pt>
                <c:pt idx="372">
                  <c:v>-0.01</c:v>
                </c:pt>
                <c:pt idx="373">
                  <c:v>-0.06</c:v>
                </c:pt>
                <c:pt idx="374">
                  <c:v>-0.03</c:v>
                </c:pt>
                <c:pt idx="375">
                  <c:v>-0.03</c:v>
                </c:pt>
                <c:pt idx="376">
                  <c:v>-0.07</c:v>
                </c:pt>
                <c:pt idx="377">
                  <c:v>-0.02</c:v>
                </c:pt>
                <c:pt idx="378">
                  <c:v>-0.06</c:v>
                </c:pt>
                <c:pt idx="379">
                  <c:v>0.05</c:v>
                </c:pt>
                <c:pt idx="380">
                  <c:v>-0.07</c:v>
                </c:pt>
                <c:pt idx="381">
                  <c:v>0</c:v>
                </c:pt>
                <c:pt idx="382">
                  <c:v>-0.11</c:v>
                </c:pt>
                <c:pt idx="383">
                  <c:v>-0.11</c:v>
                </c:pt>
                <c:pt idx="384">
                  <c:v>0.03</c:v>
                </c:pt>
                <c:pt idx="385">
                  <c:v>0.06</c:v>
                </c:pt>
                <c:pt idx="386">
                  <c:v>0.04</c:v>
                </c:pt>
                <c:pt idx="387">
                  <c:v>0.04</c:v>
                </c:pt>
                <c:pt idx="388">
                  <c:v>0.03</c:v>
                </c:pt>
                <c:pt idx="389">
                  <c:v>0.08</c:v>
                </c:pt>
                <c:pt idx="390">
                  <c:v>-0.08</c:v>
                </c:pt>
                <c:pt idx="391">
                  <c:v>-0.04</c:v>
                </c:pt>
                <c:pt idx="392">
                  <c:v>-0.01</c:v>
                </c:pt>
                <c:pt idx="393">
                  <c:v>0.31</c:v>
                </c:pt>
                <c:pt idx="394">
                  <c:v>-0.01</c:v>
                </c:pt>
                <c:pt idx="395">
                  <c:v>-0.06</c:v>
                </c:pt>
                <c:pt idx="396">
                  <c:v>-0.08</c:v>
                </c:pt>
                <c:pt idx="397">
                  <c:v>0.01</c:v>
                </c:pt>
                <c:pt idx="398">
                  <c:v>-0.05</c:v>
                </c:pt>
                <c:pt idx="399">
                  <c:v>-0.02</c:v>
                </c:pt>
                <c:pt idx="400">
                  <c:v>-0.02</c:v>
                </c:pt>
                <c:pt idx="401">
                  <c:v>0.08</c:v>
                </c:pt>
                <c:pt idx="402">
                  <c:v>0.09</c:v>
                </c:pt>
                <c:pt idx="403">
                  <c:v>0.08</c:v>
                </c:pt>
                <c:pt idx="404">
                  <c:v>-0.02</c:v>
                </c:pt>
                <c:pt idx="405">
                  <c:v>0.16</c:v>
                </c:pt>
                <c:pt idx="406">
                  <c:v>0.44</c:v>
                </c:pt>
                <c:pt idx="407">
                  <c:v>0.43</c:v>
                </c:pt>
                <c:pt idx="408">
                  <c:v>0.4</c:v>
                </c:pt>
                <c:pt idx="409">
                  <c:v>0.53</c:v>
                </c:pt>
                <c:pt idx="410">
                  <c:v>0.44</c:v>
                </c:pt>
                <c:pt idx="411">
                  <c:v>0.57</c:v>
                </c:pt>
                <c:pt idx="412">
                  <c:v>0.49</c:v>
                </c:pt>
                <c:pt idx="413">
                  <c:v>0.54</c:v>
                </c:pt>
                <c:pt idx="414">
                  <c:v>0.45</c:v>
                </c:pt>
                <c:pt idx="415">
                  <c:v>0.59</c:v>
                </c:pt>
                <c:pt idx="416">
                  <c:v>0.55</c:v>
                </c:pt>
                <c:pt idx="417">
                  <c:v>-11.65</c:v>
                </c:pt>
                <c:pt idx="418">
                  <c:v>0.46</c:v>
                </c:pt>
                <c:pt idx="419">
                  <c:v>0.49</c:v>
                </c:pt>
                <c:pt idx="420">
                  <c:v>0.51</c:v>
                </c:pt>
                <c:pt idx="421">
                  <c:v>0.53</c:v>
                </c:pt>
                <c:pt idx="422">
                  <c:v>0.43</c:v>
                </c:pt>
                <c:pt idx="423">
                  <c:v>0.59</c:v>
                </c:pt>
                <c:pt idx="424">
                  <c:v>0.59</c:v>
                </c:pt>
                <c:pt idx="425">
                  <c:v>0.56</c:v>
                </c:pt>
                <c:pt idx="426">
                  <c:v>0.48</c:v>
                </c:pt>
                <c:pt idx="427">
                  <c:v>0.49</c:v>
                </c:pt>
                <c:pt idx="428">
                  <c:v>0.42</c:v>
                </c:pt>
                <c:pt idx="429">
                  <c:v>0.3</c:v>
                </c:pt>
                <c:pt idx="430">
                  <c:v>-0.01</c:v>
                </c:pt>
                <c:pt idx="431">
                  <c:v>0.02</c:v>
                </c:pt>
                <c:pt idx="432">
                  <c:v>-0.14</c:v>
                </c:pt>
                <c:pt idx="433">
                  <c:v>-0.12</c:v>
                </c:pt>
                <c:pt idx="434">
                  <c:v>0.01</c:v>
                </c:pt>
                <c:pt idx="435">
                  <c:v>-0.01</c:v>
                </c:pt>
                <c:pt idx="436">
                  <c:v>0.06</c:v>
                </c:pt>
                <c:pt idx="437">
                  <c:v>0.04</c:v>
                </c:pt>
                <c:pt idx="438">
                  <c:v>-0.1</c:v>
                </c:pt>
                <c:pt idx="439">
                  <c:v>0.09</c:v>
                </c:pt>
                <c:pt idx="440">
                  <c:v>0.01</c:v>
                </c:pt>
                <c:pt idx="441">
                  <c:v>0.36</c:v>
                </c:pt>
                <c:pt idx="442">
                  <c:v>0.07</c:v>
                </c:pt>
                <c:pt idx="443">
                  <c:v>-0.11</c:v>
                </c:pt>
                <c:pt idx="444">
                  <c:v>0.03</c:v>
                </c:pt>
                <c:pt idx="445">
                  <c:v>-0.04</c:v>
                </c:pt>
                <c:pt idx="446">
                  <c:v>-0.07</c:v>
                </c:pt>
                <c:pt idx="447">
                  <c:v>-0.1</c:v>
                </c:pt>
                <c:pt idx="448">
                  <c:v>-0.07</c:v>
                </c:pt>
                <c:pt idx="449">
                  <c:v>-0.04</c:v>
                </c:pt>
                <c:pt idx="450">
                  <c:v>0.04</c:v>
                </c:pt>
                <c:pt idx="451">
                  <c:v>0.01</c:v>
                </c:pt>
                <c:pt idx="452">
                  <c:v>0.06</c:v>
                </c:pt>
                <c:pt idx="453">
                  <c:v>-0.03</c:v>
                </c:pt>
                <c:pt idx="454">
                  <c:v>0.11</c:v>
                </c:pt>
                <c:pt idx="455">
                  <c:v>-0.06</c:v>
                </c:pt>
                <c:pt idx="456">
                  <c:v>-0.13</c:v>
                </c:pt>
                <c:pt idx="457">
                  <c:v>-0.06</c:v>
                </c:pt>
                <c:pt idx="458">
                  <c:v>-0.05</c:v>
                </c:pt>
                <c:pt idx="459">
                  <c:v>0.05</c:v>
                </c:pt>
                <c:pt idx="460">
                  <c:v>0</c:v>
                </c:pt>
                <c:pt idx="461">
                  <c:v>-0.07</c:v>
                </c:pt>
                <c:pt idx="462">
                  <c:v>0.01</c:v>
                </c:pt>
                <c:pt idx="463">
                  <c:v>-0.01</c:v>
                </c:pt>
                <c:pt idx="464">
                  <c:v>0.06</c:v>
                </c:pt>
                <c:pt idx="465">
                  <c:v>0.35</c:v>
                </c:pt>
                <c:pt idx="466">
                  <c:v>-0.01</c:v>
                </c:pt>
                <c:pt idx="467">
                  <c:v>0.02</c:v>
                </c:pt>
                <c:pt idx="468">
                  <c:v>0.09</c:v>
                </c:pt>
                <c:pt idx="469">
                  <c:v>-0.04</c:v>
                </c:pt>
                <c:pt idx="470">
                  <c:v>-0.11</c:v>
                </c:pt>
                <c:pt idx="471">
                  <c:v>-0.05</c:v>
                </c:pt>
                <c:pt idx="472">
                  <c:v>-0.01</c:v>
                </c:pt>
                <c:pt idx="473">
                  <c:v>-0.03</c:v>
                </c:pt>
                <c:pt idx="474">
                  <c:v>-0.13</c:v>
                </c:pt>
                <c:pt idx="475">
                  <c:v>0.06</c:v>
                </c:pt>
                <c:pt idx="476">
                  <c:v>-0.04</c:v>
                </c:pt>
                <c:pt idx="477">
                  <c:v>-0.01</c:v>
                </c:pt>
                <c:pt idx="478">
                  <c:v>0.1</c:v>
                </c:pt>
                <c:pt idx="479">
                  <c:v>-0.07</c:v>
                </c:pt>
                <c:pt idx="480">
                  <c:v>-0.09</c:v>
                </c:pt>
                <c:pt idx="481">
                  <c:v>0.07</c:v>
                </c:pt>
                <c:pt idx="482">
                  <c:v>0.09</c:v>
                </c:pt>
                <c:pt idx="483">
                  <c:v>-0.05</c:v>
                </c:pt>
                <c:pt idx="484">
                  <c:v>0.05</c:v>
                </c:pt>
                <c:pt idx="485">
                  <c:v>-0.08</c:v>
                </c:pt>
                <c:pt idx="486">
                  <c:v>-0.11</c:v>
                </c:pt>
                <c:pt idx="487">
                  <c:v>0.02</c:v>
                </c:pt>
                <c:pt idx="488">
                  <c:v>-0.06</c:v>
                </c:pt>
                <c:pt idx="489">
                  <c:v>0.43</c:v>
                </c:pt>
                <c:pt idx="490">
                  <c:v>-0.14</c:v>
                </c:pt>
                <c:pt idx="491">
                  <c:v>0.06</c:v>
                </c:pt>
                <c:pt idx="492">
                  <c:v>-0.07</c:v>
                </c:pt>
                <c:pt idx="493">
                  <c:v>-0.01</c:v>
                </c:pt>
                <c:pt idx="494">
                  <c:v>0.07</c:v>
                </c:pt>
                <c:pt idx="495">
                  <c:v>-0.01</c:v>
                </c:pt>
                <c:pt idx="496">
                  <c:v>-0.06</c:v>
                </c:pt>
                <c:pt idx="497">
                  <c:v>-0.05</c:v>
                </c:pt>
                <c:pt idx="498">
                  <c:v>-0.07</c:v>
                </c:pt>
                <c:pt idx="499">
                  <c:v>0.07</c:v>
                </c:pt>
                <c:pt idx="500">
                  <c:v>0.08</c:v>
                </c:pt>
                <c:pt idx="501">
                  <c:v>-0.06</c:v>
                </c:pt>
                <c:pt idx="502">
                  <c:v>0.02</c:v>
                </c:pt>
                <c:pt idx="503">
                  <c:v>-0.09</c:v>
                </c:pt>
                <c:pt idx="504">
                  <c:v>-0.11</c:v>
                </c:pt>
                <c:pt idx="505">
                  <c:v>-0.01</c:v>
                </c:pt>
                <c:pt idx="506">
                  <c:v>-0.03</c:v>
                </c:pt>
                <c:pt idx="507">
                  <c:v>0.03</c:v>
                </c:pt>
                <c:pt idx="508">
                  <c:v>-0.14</c:v>
                </c:pt>
                <c:pt idx="509">
                  <c:v>0.03</c:v>
                </c:pt>
                <c:pt idx="510">
                  <c:v>0.08</c:v>
                </c:pt>
                <c:pt idx="511">
                  <c:v>-0.09</c:v>
                </c:pt>
                <c:pt idx="512">
                  <c:v>-0.05</c:v>
                </c:pt>
                <c:pt idx="513">
                  <c:v>0.49</c:v>
                </c:pt>
                <c:pt idx="514">
                  <c:v>-0.08</c:v>
                </c:pt>
                <c:pt idx="515">
                  <c:v>0.05</c:v>
                </c:pt>
                <c:pt idx="516">
                  <c:v>0.09</c:v>
                </c:pt>
                <c:pt idx="517">
                  <c:v>-0.09</c:v>
                </c:pt>
                <c:pt idx="518">
                  <c:v>-0.03</c:v>
                </c:pt>
                <c:pt idx="519">
                  <c:v>-0.08</c:v>
                </c:pt>
                <c:pt idx="520">
                  <c:v>-0.03</c:v>
                </c:pt>
                <c:pt idx="521">
                  <c:v>-0.02</c:v>
                </c:pt>
                <c:pt idx="522">
                  <c:v>0.07</c:v>
                </c:pt>
                <c:pt idx="523">
                  <c:v>0.08</c:v>
                </c:pt>
                <c:pt idx="524">
                  <c:v>0.04</c:v>
                </c:pt>
                <c:pt idx="525">
                  <c:v>-0.11</c:v>
                </c:pt>
                <c:pt idx="526">
                  <c:v>-0.06</c:v>
                </c:pt>
                <c:pt idx="527">
                  <c:v>0.05</c:v>
                </c:pt>
                <c:pt idx="528">
                  <c:v>-0.1</c:v>
                </c:pt>
                <c:pt idx="529">
                  <c:v>0.02</c:v>
                </c:pt>
                <c:pt idx="530">
                  <c:v>-0.13</c:v>
                </c:pt>
                <c:pt idx="531">
                  <c:v>0.06</c:v>
                </c:pt>
                <c:pt idx="532">
                  <c:v>-0.02</c:v>
                </c:pt>
                <c:pt idx="533">
                  <c:v>-0.06</c:v>
                </c:pt>
                <c:pt idx="534">
                  <c:v>-0.01</c:v>
                </c:pt>
                <c:pt idx="535">
                  <c:v>-0.08</c:v>
                </c:pt>
                <c:pt idx="536">
                  <c:v>0.09</c:v>
                </c:pt>
                <c:pt idx="537">
                  <c:v>0.41</c:v>
                </c:pt>
                <c:pt idx="538">
                  <c:v>0.01</c:v>
                </c:pt>
                <c:pt idx="539">
                  <c:v>-0.04</c:v>
                </c:pt>
                <c:pt idx="540">
                  <c:v>-0.06</c:v>
                </c:pt>
                <c:pt idx="541">
                  <c:v>-0.01</c:v>
                </c:pt>
                <c:pt idx="542">
                  <c:v>0.07</c:v>
                </c:pt>
                <c:pt idx="543">
                  <c:v>0.03</c:v>
                </c:pt>
                <c:pt idx="544">
                  <c:v>-0.07</c:v>
                </c:pt>
                <c:pt idx="545">
                  <c:v>-0.01</c:v>
                </c:pt>
                <c:pt idx="546">
                  <c:v>-0.04</c:v>
                </c:pt>
                <c:pt idx="547">
                  <c:v>-0.1</c:v>
                </c:pt>
                <c:pt idx="548">
                  <c:v>0.02</c:v>
                </c:pt>
                <c:pt idx="549">
                  <c:v>-0.06</c:v>
                </c:pt>
                <c:pt idx="550">
                  <c:v>0.01</c:v>
                </c:pt>
                <c:pt idx="551">
                  <c:v>-0.07</c:v>
                </c:pt>
                <c:pt idx="552">
                  <c:v>-0.07</c:v>
                </c:pt>
                <c:pt idx="553">
                  <c:v>0</c:v>
                </c:pt>
                <c:pt idx="554">
                  <c:v>-0.05</c:v>
                </c:pt>
                <c:pt idx="555">
                  <c:v>-0.1</c:v>
                </c:pt>
                <c:pt idx="556">
                  <c:v>0.04</c:v>
                </c:pt>
                <c:pt idx="557">
                  <c:v>0.05</c:v>
                </c:pt>
                <c:pt idx="558">
                  <c:v>-0.01</c:v>
                </c:pt>
                <c:pt idx="559">
                  <c:v>0.01</c:v>
                </c:pt>
                <c:pt idx="560">
                  <c:v>0.04</c:v>
                </c:pt>
                <c:pt idx="561">
                  <c:v>0.38</c:v>
                </c:pt>
                <c:pt idx="562">
                  <c:v>0.03</c:v>
                </c:pt>
                <c:pt idx="563">
                  <c:v>-0.04</c:v>
                </c:pt>
                <c:pt idx="564">
                  <c:v>0.05</c:v>
                </c:pt>
                <c:pt idx="565">
                  <c:v>-0.07</c:v>
                </c:pt>
                <c:pt idx="566">
                  <c:v>-0.12</c:v>
                </c:pt>
                <c:pt idx="567">
                  <c:v>0.08</c:v>
                </c:pt>
                <c:pt idx="568">
                  <c:v>-0.08</c:v>
                </c:pt>
                <c:pt idx="569">
                  <c:v>-0.05</c:v>
                </c:pt>
                <c:pt idx="570">
                  <c:v>-0.08</c:v>
                </c:pt>
                <c:pt idx="571">
                  <c:v>-0.04</c:v>
                </c:pt>
                <c:pt idx="572">
                  <c:v>-0.07</c:v>
                </c:pt>
                <c:pt idx="573">
                  <c:v>0.01</c:v>
                </c:pt>
                <c:pt idx="574">
                  <c:v>-0.02</c:v>
                </c:pt>
                <c:pt idx="575">
                  <c:v>0.07</c:v>
                </c:pt>
                <c:pt idx="576">
                  <c:v>0.06</c:v>
                </c:pt>
                <c:pt idx="577">
                  <c:v>0.07</c:v>
                </c:pt>
                <c:pt idx="578">
                  <c:v>-0.12</c:v>
                </c:pt>
                <c:pt idx="579">
                  <c:v>-0.08</c:v>
                </c:pt>
                <c:pt idx="580">
                  <c:v>-0.11</c:v>
                </c:pt>
                <c:pt idx="581">
                  <c:v>0.05</c:v>
                </c:pt>
                <c:pt idx="582">
                  <c:v>0.03</c:v>
                </c:pt>
                <c:pt idx="583">
                  <c:v>0.03</c:v>
                </c:pt>
                <c:pt idx="584">
                  <c:v>0.01</c:v>
                </c:pt>
                <c:pt idx="585">
                  <c:v>0.35</c:v>
                </c:pt>
                <c:pt idx="586">
                  <c:v>0.02</c:v>
                </c:pt>
                <c:pt idx="587">
                  <c:v>-0.08</c:v>
                </c:pt>
                <c:pt idx="588">
                  <c:v>-0.08</c:v>
                </c:pt>
                <c:pt idx="589">
                  <c:v>0.06</c:v>
                </c:pt>
                <c:pt idx="590">
                  <c:v>0.06</c:v>
                </c:pt>
                <c:pt idx="591">
                  <c:v>0.05</c:v>
                </c:pt>
                <c:pt idx="592">
                  <c:v>-0.1</c:v>
                </c:pt>
                <c:pt idx="593">
                  <c:v>-0.05</c:v>
                </c:pt>
                <c:pt idx="594">
                  <c:v>-0.05</c:v>
                </c:pt>
                <c:pt idx="595">
                  <c:v>-0.11</c:v>
                </c:pt>
                <c:pt idx="596">
                  <c:v>0.06</c:v>
                </c:pt>
                <c:pt idx="597">
                  <c:v>0.04</c:v>
                </c:pt>
                <c:pt idx="598">
                  <c:v>-0.05</c:v>
                </c:pt>
                <c:pt idx="599">
                  <c:v>-0.04</c:v>
                </c:pt>
                <c:pt idx="600">
                  <c:v>0.06</c:v>
                </c:pt>
                <c:pt idx="601">
                  <c:v>0.01</c:v>
                </c:pt>
                <c:pt idx="602">
                  <c:v>0.03</c:v>
                </c:pt>
                <c:pt idx="603">
                  <c:v>0.07</c:v>
                </c:pt>
                <c:pt idx="604">
                  <c:v>-0.08</c:v>
                </c:pt>
                <c:pt idx="605">
                  <c:v>-0.03</c:v>
                </c:pt>
                <c:pt idx="606">
                  <c:v>-0.07</c:v>
                </c:pt>
                <c:pt idx="607">
                  <c:v>-0.02</c:v>
                </c:pt>
                <c:pt idx="608">
                  <c:v>-0.12</c:v>
                </c:pt>
                <c:pt idx="609">
                  <c:v>0.37</c:v>
                </c:pt>
                <c:pt idx="610">
                  <c:v>-0.03</c:v>
                </c:pt>
                <c:pt idx="611">
                  <c:v>0.02</c:v>
                </c:pt>
                <c:pt idx="612">
                  <c:v>-0.09</c:v>
                </c:pt>
                <c:pt idx="613">
                  <c:v>0.05</c:v>
                </c:pt>
                <c:pt idx="614">
                  <c:v>-0.1</c:v>
                </c:pt>
                <c:pt idx="615">
                  <c:v>-0.07</c:v>
                </c:pt>
                <c:pt idx="616">
                  <c:v>0.08</c:v>
                </c:pt>
                <c:pt idx="617">
                  <c:v>-0.06</c:v>
                </c:pt>
                <c:pt idx="618">
                  <c:v>0.08</c:v>
                </c:pt>
                <c:pt idx="619">
                  <c:v>-0.01</c:v>
                </c:pt>
                <c:pt idx="620">
                  <c:v>0.09</c:v>
                </c:pt>
                <c:pt idx="621">
                  <c:v>0.01</c:v>
                </c:pt>
                <c:pt idx="622">
                  <c:v>0.1</c:v>
                </c:pt>
                <c:pt idx="623">
                  <c:v>-0.04</c:v>
                </c:pt>
                <c:pt idx="624">
                  <c:v>0.03</c:v>
                </c:pt>
                <c:pt idx="625">
                  <c:v>-0.07</c:v>
                </c:pt>
                <c:pt idx="626">
                  <c:v>-0.07</c:v>
                </c:pt>
                <c:pt idx="627">
                  <c:v>-0.11</c:v>
                </c:pt>
                <c:pt idx="628">
                  <c:v>-0.04</c:v>
                </c:pt>
                <c:pt idx="629">
                  <c:v>-0.11</c:v>
                </c:pt>
                <c:pt idx="630">
                  <c:v>-0.11</c:v>
                </c:pt>
                <c:pt idx="631">
                  <c:v>0.01</c:v>
                </c:pt>
                <c:pt idx="632">
                  <c:v>-0.08</c:v>
                </c:pt>
                <c:pt idx="633">
                  <c:v>0.52</c:v>
                </c:pt>
                <c:pt idx="634">
                  <c:v>0.03</c:v>
                </c:pt>
                <c:pt idx="635">
                  <c:v>-0.05</c:v>
                </c:pt>
                <c:pt idx="636">
                  <c:v>-0.03</c:v>
                </c:pt>
                <c:pt idx="637">
                  <c:v>-0.04</c:v>
                </c:pt>
                <c:pt idx="638">
                  <c:v>-0.02</c:v>
                </c:pt>
                <c:pt idx="639">
                  <c:v>0.02</c:v>
                </c:pt>
                <c:pt idx="640">
                  <c:v>-0.04</c:v>
                </c:pt>
                <c:pt idx="641">
                  <c:v>-0.08</c:v>
                </c:pt>
                <c:pt idx="642">
                  <c:v>0.05</c:v>
                </c:pt>
                <c:pt idx="643">
                  <c:v>-0.06</c:v>
                </c:pt>
                <c:pt idx="644">
                  <c:v>0</c:v>
                </c:pt>
                <c:pt idx="645">
                  <c:v>0.06</c:v>
                </c:pt>
                <c:pt idx="646">
                  <c:v>-0.07</c:v>
                </c:pt>
                <c:pt idx="647">
                  <c:v>0.03</c:v>
                </c:pt>
                <c:pt idx="648">
                  <c:v>0.06</c:v>
                </c:pt>
                <c:pt idx="649">
                  <c:v>-0.06</c:v>
                </c:pt>
                <c:pt idx="650">
                  <c:v>0.02</c:v>
                </c:pt>
                <c:pt idx="651">
                  <c:v>-0.06</c:v>
                </c:pt>
                <c:pt idx="652">
                  <c:v>0.02</c:v>
                </c:pt>
                <c:pt idx="653">
                  <c:v>-0.01</c:v>
                </c:pt>
                <c:pt idx="654">
                  <c:v>-0.03</c:v>
                </c:pt>
                <c:pt idx="655">
                  <c:v>0.01</c:v>
                </c:pt>
                <c:pt idx="656">
                  <c:v>-0.08</c:v>
                </c:pt>
                <c:pt idx="657">
                  <c:v>0.33</c:v>
                </c:pt>
                <c:pt idx="658">
                  <c:v>-0.06</c:v>
                </c:pt>
                <c:pt idx="659">
                  <c:v>0.08</c:v>
                </c:pt>
                <c:pt idx="660">
                  <c:v>-0.03</c:v>
                </c:pt>
                <c:pt idx="661">
                  <c:v>0.01</c:v>
                </c:pt>
                <c:pt idx="662">
                  <c:v>0.04</c:v>
                </c:pt>
                <c:pt idx="663">
                  <c:v>-0.1</c:v>
                </c:pt>
                <c:pt idx="664">
                  <c:v>0.1</c:v>
                </c:pt>
                <c:pt idx="665">
                  <c:v>-0.12</c:v>
                </c:pt>
                <c:pt idx="666">
                  <c:v>-0.07</c:v>
                </c:pt>
                <c:pt idx="667">
                  <c:v>0.06</c:v>
                </c:pt>
                <c:pt idx="668">
                  <c:v>-0.03</c:v>
                </c:pt>
                <c:pt idx="669">
                  <c:v>-0.02</c:v>
                </c:pt>
                <c:pt idx="670">
                  <c:v>-0.12</c:v>
                </c:pt>
                <c:pt idx="671">
                  <c:v>-0.06</c:v>
                </c:pt>
                <c:pt idx="672">
                  <c:v>0.08</c:v>
                </c:pt>
                <c:pt idx="673">
                  <c:v>0.05</c:v>
                </c:pt>
                <c:pt idx="674">
                  <c:v>0.08</c:v>
                </c:pt>
                <c:pt idx="675">
                  <c:v>-0.09</c:v>
                </c:pt>
                <c:pt idx="676">
                  <c:v>-0.04</c:v>
                </c:pt>
                <c:pt idx="677">
                  <c:v>0.01</c:v>
                </c:pt>
                <c:pt idx="678">
                  <c:v>-0.07</c:v>
                </c:pt>
                <c:pt idx="679">
                  <c:v>0.04</c:v>
                </c:pt>
                <c:pt idx="680">
                  <c:v>-0.09</c:v>
                </c:pt>
                <c:pt idx="681">
                  <c:v>0.33</c:v>
                </c:pt>
                <c:pt idx="682">
                  <c:v>0</c:v>
                </c:pt>
                <c:pt idx="683">
                  <c:v>0</c:v>
                </c:pt>
                <c:pt idx="684">
                  <c:v>-0.1</c:v>
                </c:pt>
                <c:pt idx="685">
                  <c:v>-0.1</c:v>
                </c:pt>
                <c:pt idx="686">
                  <c:v>0.02</c:v>
                </c:pt>
                <c:pt idx="687">
                  <c:v>0.05</c:v>
                </c:pt>
                <c:pt idx="688">
                  <c:v>0.02</c:v>
                </c:pt>
                <c:pt idx="689">
                  <c:v>0</c:v>
                </c:pt>
                <c:pt idx="690">
                  <c:v>-0.07</c:v>
                </c:pt>
                <c:pt idx="691">
                  <c:v>0.02</c:v>
                </c:pt>
                <c:pt idx="692">
                  <c:v>0.07</c:v>
                </c:pt>
                <c:pt idx="693">
                  <c:v>0.06</c:v>
                </c:pt>
                <c:pt idx="694">
                  <c:v>0.01</c:v>
                </c:pt>
                <c:pt idx="695">
                  <c:v>-0.09</c:v>
                </c:pt>
                <c:pt idx="696">
                  <c:v>-0.07</c:v>
                </c:pt>
                <c:pt idx="697">
                  <c:v>-0.04</c:v>
                </c:pt>
                <c:pt idx="698">
                  <c:v>-0.1</c:v>
                </c:pt>
                <c:pt idx="699">
                  <c:v>0.03</c:v>
                </c:pt>
                <c:pt idx="700">
                  <c:v>-0.07</c:v>
                </c:pt>
                <c:pt idx="701">
                  <c:v>-0.02</c:v>
                </c:pt>
                <c:pt idx="702">
                  <c:v>0.05</c:v>
                </c:pt>
                <c:pt idx="703">
                  <c:v>-0.07</c:v>
                </c:pt>
                <c:pt idx="704">
                  <c:v>0.03</c:v>
                </c:pt>
                <c:pt idx="705">
                  <c:v>0.53</c:v>
                </c:pt>
                <c:pt idx="706">
                  <c:v>0.02</c:v>
                </c:pt>
                <c:pt idx="707">
                  <c:v>-0.05</c:v>
                </c:pt>
                <c:pt idx="708">
                  <c:v>-0.07</c:v>
                </c:pt>
                <c:pt idx="709">
                  <c:v>-0.03</c:v>
                </c:pt>
                <c:pt idx="710">
                  <c:v>-0.02</c:v>
                </c:pt>
                <c:pt idx="711">
                  <c:v>0</c:v>
                </c:pt>
                <c:pt idx="712">
                  <c:v>0.02</c:v>
                </c:pt>
                <c:pt idx="713">
                  <c:v>0.02</c:v>
                </c:pt>
                <c:pt idx="714">
                  <c:v>0.09</c:v>
                </c:pt>
                <c:pt idx="715">
                  <c:v>-0.06</c:v>
                </c:pt>
                <c:pt idx="716">
                  <c:v>-0.06</c:v>
                </c:pt>
                <c:pt idx="717">
                  <c:v>-0.07</c:v>
                </c:pt>
                <c:pt idx="718">
                  <c:v>-0.01</c:v>
                </c:pt>
                <c:pt idx="719">
                  <c:v>-0.05</c:v>
                </c:pt>
                <c:pt idx="720">
                  <c:v>-0.05</c:v>
                </c:pt>
                <c:pt idx="721">
                  <c:v>-0.12</c:v>
                </c:pt>
                <c:pt idx="722">
                  <c:v>0</c:v>
                </c:pt>
                <c:pt idx="723">
                  <c:v>-0.12</c:v>
                </c:pt>
                <c:pt idx="724">
                  <c:v>-0.05</c:v>
                </c:pt>
                <c:pt idx="725">
                  <c:v>-0.04</c:v>
                </c:pt>
                <c:pt idx="726">
                  <c:v>0.05</c:v>
                </c:pt>
                <c:pt idx="727">
                  <c:v>-0.08</c:v>
                </c:pt>
                <c:pt idx="728">
                  <c:v>0</c:v>
                </c:pt>
                <c:pt idx="729">
                  <c:v>0.33</c:v>
                </c:pt>
                <c:pt idx="730">
                  <c:v>0.05</c:v>
                </c:pt>
                <c:pt idx="731">
                  <c:v>0.03</c:v>
                </c:pt>
                <c:pt idx="732">
                  <c:v/>
                </c:pt>
                <c:pt idx="733">
                  <c:v/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/>
                </c:pt>
                <c:pt idx="742">
                  <c:v/>
                </c:pt>
                <c:pt idx="743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4"/>
          <c:min val="-14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clean data</c:v>
                  </c:pt>
                  <c:pt idx="1">
                    <c:v>classic + bad Aug</c:v>
                  </c:pt>
                  <c:pt idx="2">
                    <c:v>STL robust + bad Aug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-1.1</c:v>
                </c:pt>
                <c:pt idx="1">
                  <c:v>-3</c:v>
                </c:pt>
                <c:pt idx="2">
                  <c:v>-1.2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-3.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+0.00;-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0.49</c:v>
                </c:pt>
                <c:pt idx="1">
                  <c:v>0.47</c:v>
                </c:pt>
                <c:pt idx="2">
                  <c:v>-1.89</c:v>
                </c:pt>
                <c:pt idx="3">
                  <c:v>-0.01</c:v>
                </c:pt>
                <c:pt idx="4">
                  <c:v>0.49</c:v>
                </c:pt>
                <c:pt idx="5">
                  <c:v>0.48</c:v>
                </c:pt>
                <c:pt idx="6">
                  <c:v>0.49</c:v>
                </c:pt>
                <c:pt idx="7">
                  <c:v>0.49</c:v>
                </c:pt>
                <c:pt idx="8">
                  <c:v>-1.7</c:v>
                </c:pt>
                <c:pt idx="9">
                  <c:v>-0.28</c:v>
                </c:pt>
                <c:pt idx="10">
                  <c:v>0.48</c:v>
                </c:pt>
                <c:pt idx="11">
                  <c:v>0.49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2.2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+0.00;-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2. Today we take a series apart like a mechanic opening an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trip = trend + season + noise. Decomposition separates them, like tasting each ingredient in the jollof.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 of this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warnings are the two errors they will hit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Trend runs 99.24 to 99.40: slowly improving. It's missing 6 months at each end; a 12-month moving average needs 6 months on each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seasonal component is the same 12 numbers repeated every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which period for daily NOC tickets?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the wrong period, the weekend gets stuck in the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Additive = fare goes up ₦100 every December. Multiplicative = fare goes up 20%.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pass model='multiplicative'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an injected solar-array dropout. Week 3 builds detectors on this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3 STL leftovers are the first and last eclipse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(advanced): one catastrophic August → STL with robust=True.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friend = gist. Three friends =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Week 3 version of battery_health_daily.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autocorrelation.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W2D1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W2D1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2 · DAY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It Apart: Trend, Season and Noise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One line on a chart is three stories stacked together. Today we pull them apart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mission: three moves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trend + season + residual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rhythm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period comes from the process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leftovers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where trouble hides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Lagos traffic is three things added together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Lagos grows every year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7am rush hour, rainy season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one keke breakdown on the bridge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equation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= trend + seasonal + residual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additive model. Add the three parts back together and you get the original series exactly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 does it all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statsmodels seasonal_decompose: already in Colab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recipe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statsmodels.tsa.seasonal import seasonal_decompose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 = seasonal_decompose(kam["availability_pct"],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model="additive",   # or "multiplicative"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period=12)          # 12 months = 1 rainy season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parts.trend      # the slow direction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parts.seasonal   # the repeating pattern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parts.resid      # the leftovers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 gaps allowed, and you need at least two full cycles (24 rows for period=12)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Ka-band availability: observed and its trend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seasonal part: every month's effect, in points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August is -1.1 points: peak rainy season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period comes from the process, not a default</a:t>
            </a:r>
            <a:endParaRPr lang="en-US" sz="32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28016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Series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Cadence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Bus power telemetry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hourly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eclipse once a day, at 21:00 UTC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NOC tickets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daily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 working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Ka-band availability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monthly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one rainy season a year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 tickets, period 7: even faults rest on Sunday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Leftover noise: 1.23 tickets with period=7 vs 2.27 with the wrong period=12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multiply?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Does the swing stay the same size, or grow?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trend, same season, different maths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Additive: swing stays 0.29 → 0.28</a:t>
            </a:r>
            <a:endParaRPr lang="en-US" sz="1800" dirty="0"/>
          </a:p>
        </p:txBody>
      </p:sp>
      <p:graphicFrame>
        <p:nvGraphicFramePr>
          <p:cNvPr id="5" name="left chart" descr=""/>
          <p:cNvGraphicFramePr/>
          <p:nvPr/>
        </p:nvGraphicFramePr>
        <p:xfrm>
          <a:off x="731520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ight card"/>
          <p:cNvSpPr/>
          <p:nvPr/>
        </p:nvSpPr>
        <p:spPr>
          <a:xfrm>
            <a:off x="6324448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98768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Multiplicative: swing grows 0.29 → 0.54</a:t>
            </a:r>
            <a:endParaRPr lang="en-US" sz="1800" dirty="0"/>
          </a:p>
        </p:txBody>
      </p:sp>
      <p:graphicFrame>
        <p:nvGraphicFramePr>
          <p:cNvPr id="8" name="right chart" descr=""/>
          <p:cNvGraphicFramePr/>
          <p:nvPr/>
        </p:nvGraphicFramePr>
        <p:xfrm>
          <a:off x="6507328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trick: multiply becomes add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0.29 → 0.54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yearly swing grows with the level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np.log(): 0.77 → 0.83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swing is roughly constant, so additive works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leftovers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Once trend and season are explained, what's left is the interesting part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residual: one hour sticks out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18 Aug, 09:00: 11.6 A off expected. The next biggest is only 0.59 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season that comes and goes needs a smarter tool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decompose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Same daily pattern for 120 days: 46 of the top 46 leftovers are just eclipse hours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STL(robust=True)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Season can change. Injected dropouts rank #4 to #7; nothing else above 1.75 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disaster August: classic vs robust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We faked Aug 2024 = 94%. Robust STL keeps August's seasonal effect and puts the disaster in the residual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history? At least three full cycles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Ka-band monthly: exactly the minimum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months of Ka-band data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full rainy seasons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minimum to trust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battery eclipse seasons in the same 3 years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voltage: two seasons a year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Dips in March and September (the two equinox eclipse seasons). Trend 49.76 → 49.55 V: slow ageing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W2D1-exercise in Colab, Save a copy in Drive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A: take the Ka-band series apart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B: right period, right model, read the leftovers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Replace every ___, run, get the green tick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observed = trend + seasonal + residual (multiply when the swing grows)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The period comes from the process: 24 · 7 · 12. Trust 3+ cycles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Investigate the residual; use STL(robust=True) for messy seasons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Does Today Remember Yesterday?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W2D1 · Take It Apart: Trend, Season and Noise</dc:title>
  <dc:subject>PptxGenJS Presentation</dc:subject>
  <dc:creator>Publica Academy</dc:creator>
  <cp:lastModifiedBy>Publica Academy</cp:lastModifiedBy>
  <cp:revision>1</cp:revision>
  <dcterms:created xsi:type="dcterms:W3CDTF">2026-10-29T17:05:38Z</dcterms:created>
  <dcterms:modified xsi:type="dcterms:W3CDTF">2026-10-29T17:05:38Z</dcterms:modified>
</cp:coreProperties>
</file>