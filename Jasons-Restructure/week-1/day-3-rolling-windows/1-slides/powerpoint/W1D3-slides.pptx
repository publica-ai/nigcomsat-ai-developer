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4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5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A5DB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B1622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A5DB4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C77700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7.27</c:v>
                </c:pt>
                <c:pt idx="1">
                  <c:v>7.32</c:v>
                </c:pt>
                <c:pt idx="2">
                  <c:v>6.99</c:v>
                </c:pt>
                <c:pt idx="3">
                  <c:v>7.16</c:v>
                </c:pt>
                <c:pt idx="4">
                  <c:v>6.54</c:v>
                </c:pt>
                <c:pt idx="5">
                  <c:v>3.62</c:v>
                </c:pt>
                <c:pt idx="6">
                  <c:v>3.11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0B1622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.5"/>
          <c:min val="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tickets</c:v>
                </c:pt>
              </c:strCache>
            </c:strRef>
          </c:tx>
          <c:spPr>
            <a:solidFill>
              <a:srgbClr val="9DB0C6"/>
            </a:solidFill>
            <a:ln w="25400" cap="flat">
              <a:solidFill>
                <a:srgbClr val="9DB0C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9DB0C6"/>
              </a:solidFill>
              <a:ln w="9525" cap="flat">
                <a:solidFill>
                  <a:srgbClr val="9DB0C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Sheet1!$A$2:$A$725</c:f>
              <c:multiLvlStrCache>
                <c:ptCount val="724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>Apr 24</c:v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>Jul 24</c:v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  <c:pt idx="264">
                    <c:v/>
                  </c:pt>
                  <c:pt idx="265">
                    <c:v/>
                  </c:pt>
                  <c:pt idx="266">
                    <c:v/>
                  </c:pt>
                  <c:pt idx="267">
                    <c:v/>
                  </c:pt>
                  <c:pt idx="268">
                    <c:v>Oct 24</c:v>
                  </c:pt>
                  <c:pt idx="269">
                    <c:v/>
                  </c:pt>
                  <c:pt idx="270">
                    <c:v/>
                  </c:pt>
                  <c:pt idx="271">
                    <c:v/>
                  </c:pt>
                  <c:pt idx="272">
                    <c:v/>
                  </c:pt>
                  <c:pt idx="273">
                    <c:v/>
                  </c:pt>
                  <c:pt idx="274">
                    <c:v/>
                  </c:pt>
                  <c:pt idx="275">
                    <c:v/>
                  </c:pt>
                  <c:pt idx="276">
                    <c:v/>
                  </c:pt>
                  <c:pt idx="277">
                    <c:v/>
                  </c:pt>
                  <c:pt idx="278">
                    <c:v/>
                  </c:pt>
                  <c:pt idx="279">
                    <c:v/>
                  </c:pt>
                  <c:pt idx="280">
                    <c:v/>
                  </c:pt>
                  <c:pt idx="281">
                    <c:v/>
                  </c:pt>
                  <c:pt idx="282">
                    <c:v/>
                  </c:pt>
                  <c:pt idx="283">
                    <c:v/>
                  </c:pt>
                  <c:pt idx="284">
                    <c:v/>
                  </c:pt>
                  <c:pt idx="285">
                    <c:v/>
                  </c:pt>
                  <c:pt idx="286">
                    <c:v/>
                  </c:pt>
                  <c:pt idx="287">
                    <c:v/>
                  </c:pt>
                  <c:pt idx="288">
                    <c:v/>
                  </c:pt>
                  <c:pt idx="289">
                    <c:v/>
                  </c:pt>
                  <c:pt idx="290">
                    <c:v/>
                  </c:pt>
                  <c:pt idx="291">
                    <c:v/>
                  </c:pt>
                  <c:pt idx="292">
                    <c:v/>
                  </c:pt>
                  <c:pt idx="293">
                    <c:v/>
                  </c:pt>
                  <c:pt idx="294">
                    <c:v/>
                  </c:pt>
                  <c:pt idx="295">
                    <c:v/>
                  </c:pt>
                  <c:pt idx="296">
                    <c:v/>
                  </c:pt>
                  <c:pt idx="297">
                    <c:v/>
                  </c:pt>
                  <c:pt idx="298">
                    <c:v/>
                  </c:pt>
                  <c:pt idx="299">
                    <c:v/>
                  </c:pt>
                  <c:pt idx="300">
                    <c:v/>
                  </c:pt>
                  <c:pt idx="301">
                    <c:v/>
                  </c:pt>
                  <c:pt idx="302">
                    <c:v/>
                  </c:pt>
                  <c:pt idx="303">
                    <c:v/>
                  </c:pt>
                  <c:pt idx="304">
                    <c:v/>
                  </c:pt>
                  <c:pt idx="305">
                    <c:v/>
                  </c:pt>
                  <c:pt idx="306">
                    <c:v/>
                  </c:pt>
                  <c:pt idx="307">
                    <c:v/>
                  </c:pt>
                  <c:pt idx="308">
                    <c:v/>
                  </c:pt>
                  <c:pt idx="309">
                    <c:v/>
                  </c:pt>
                  <c:pt idx="310">
                    <c:v/>
                  </c:pt>
                  <c:pt idx="311">
                    <c:v/>
                  </c:pt>
                  <c:pt idx="312">
                    <c:v/>
                  </c:pt>
                  <c:pt idx="313">
                    <c:v/>
                  </c:pt>
                  <c:pt idx="314">
                    <c:v/>
                  </c:pt>
                  <c:pt idx="315">
                    <c:v/>
                  </c:pt>
                  <c:pt idx="316">
                    <c:v/>
                  </c:pt>
                  <c:pt idx="317">
                    <c:v/>
                  </c:pt>
                  <c:pt idx="318">
                    <c:v/>
                  </c:pt>
                  <c:pt idx="319">
                    <c:v/>
                  </c:pt>
                  <c:pt idx="320">
                    <c:v/>
                  </c:pt>
                  <c:pt idx="321">
                    <c:v/>
                  </c:pt>
                  <c:pt idx="322">
                    <c:v/>
                  </c:pt>
                  <c:pt idx="323">
                    <c:v/>
                  </c:pt>
                  <c:pt idx="324">
                    <c:v/>
                  </c:pt>
                  <c:pt idx="325">
                    <c:v/>
                  </c:pt>
                  <c:pt idx="326">
                    <c:v/>
                  </c:pt>
                  <c:pt idx="327">
                    <c:v/>
                  </c:pt>
                  <c:pt idx="328">
                    <c:v/>
                  </c:pt>
                  <c:pt idx="329">
                    <c:v/>
                  </c:pt>
                  <c:pt idx="330">
                    <c:v/>
                  </c:pt>
                  <c:pt idx="331">
                    <c:v/>
                  </c:pt>
                  <c:pt idx="332">
                    <c:v/>
                  </c:pt>
                  <c:pt idx="333">
                    <c:v/>
                  </c:pt>
                  <c:pt idx="334">
                    <c:v/>
                  </c:pt>
                  <c:pt idx="335">
                    <c:v/>
                  </c:pt>
                  <c:pt idx="336">
                    <c:v/>
                  </c:pt>
                  <c:pt idx="337">
                    <c:v/>
                  </c:pt>
                  <c:pt idx="338">
                    <c:v/>
                  </c:pt>
                  <c:pt idx="339">
                    <c:v/>
                  </c:pt>
                  <c:pt idx="340">
                    <c:v/>
                  </c:pt>
                  <c:pt idx="341">
                    <c:v/>
                  </c:pt>
                  <c:pt idx="342">
                    <c:v/>
                  </c:pt>
                  <c:pt idx="343">
                    <c:v/>
                  </c:pt>
                  <c:pt idx="344">
                    <c:v/>
                  </c:pt>
                  <c:pt idx="345">
                    <c:v/>
                  </c:pt>
                  <c:pt idx="346">
                    <c:v/>
                  </c:pt>
                  <c:pt idx="347">
                    <c:v/>
                  </c:pt>
                  <c:pt idx="348">
                    <c:v/>
                  </c:pt>
                  <c:pt idx="349">
                    <c:v/>
                  </c:pt>
                  <c:pt idx="350">
                    <c:v/>
                  </c:pt>
                  <c:pt idx="351">
                    <c:v/>
                  </c:pt>
                  <c:pt idx="352">
                    <c:v/>
                  </c:pt>
                  <c:pt idx="353">
                    <c:v/>
                  </c:pt>
                  <c:pt idx="354">
                    <c:v/>
                  </c:pt>
                  <c:pt idx="355">
                    <c:v/>
                  </c:pt>
                  <c:pt idx="356">
                    <c:v/>
                  </c:pt>
                  <c:pt idx="357">
                    <c:v/>
                  </c:pt>
                  <c:pt idx="358">
                    <c:v/>
                  </c:pt>
                  <c:pt idx="359">
                    <c:v/>
                  </c:pt>
                  <c:pt idx="360">
                    <c:v>Jan 25</c:v>
                  </c:pt>
                  <c:pt idx="361">
                    <c:v/>
                  </c:pt>
                  <c:pt idx="362">
                    <c:v/>
                  </c:pt>
                  <c:pt idx="363">
                    <c:v/>
                  </c:pt>
                  <c:pt idx="364">
                    <c:v/>
                  </c:pt>
                  <c:pt idx="365">
                    <c:v/>
                  </c:pt>
                  <c:pt idx="366">
                    <c:v/>
                  </c:pt>
                  <c:pt idx="367">
                    <c:v/>
                  </c:pt>
                  <c:pt idx="368">
                    <c:v/>
                  </c:pt>
                  <c:pt idx="369">
                    <c:v/>
                  </c:pt>
                  <c:pt idx="370">
                    <c:v/>
                  </c:pt>
                  <c:pt idx="371">
                    <c:v/>
                  </c:pt>
                  <c:pt idx="372">
                    <c:v/>
                  </c:pt>
                  <c:pt idx="373">
                    <c:v/>
                  </c:pt>
                  <c:pt idx="374">
                    <c:v/>
                  </c:pt>
                  <c:pt idx="375">
                    <c:v/>
                  </c:pt>
                  <c:pt idx="376">
                    <c:v/>
                  </c:pt>
                  <c:pt idx="377">
                    <c:v/>
                  </c:pt>
                  <c:pt idx="378">
                    <c:v/>
                  </c:pt>
                  <c:pt idx="379">
                    <c:v/>
                  </c:pt>
                  <c:pt idx="380">
                    <c:v/>
                  </c:pt>
                  <c:pt idx="381">
                    <c:v/>
                  </c:pt>
                  <c:pt idx="382">
                    <c:v/>
                  </c:pt>
                  <c:pt idx="383">
                    <c:v/>
                  </c:pt>
                  <c:pt idx="384">
                    <c:v/>
                  </c:pt>
                  <c:pt idx="385">
                    <c:v/>
                  </c:pt>
                  <c:pt idx="386">
                    <c:v/>
                  </c:pt>
                  <c:pt idx="387">
                    <c:v/>
                  </c:pt>
                  <c:pt idx="388">
                    <c:v/>
                  </c:pt>
                  <c:pt idx="389">
                    <c:v/>
                  </c:pt>
                  <c:pt idx="390">
                    <c:v/>
                  </c:pt>
                  <c:pt idx="391">
                    <c:v/>
                  </c:pt>
                  <c:pt idx="392">
                    <c:v/>
                  </c:pt>
                  <c:pt idx="393">
                    <c:v/>
                  </c:pt>
                  <c:pt idx="394">
                    <c:v/>
                  </c:pt>
                  <c:pt idx="395">
                    <c:v/>
                  </c:pt>
                  <c:pt idx="396">
                    <c:v/>
                  </c:pt>
                  <c:pt idx="397">
                    <c:v/>
                  </c:pt>
                  <c:pt idx="398">
                    <c:v/>
                  </c:pt>
                  <c:pt idx="399">
                    <c:v/>
                  </c:pt>
                  <c:pt idx="400">
                    <c:v/>
                  </c:pt>
                  <c:pt idx="401">
                    <c:v/>
                  </c:pt>
                  <c:pt idx="402">
                    <c:v/>
                  </c:pt>
                  <c:pt idx="403">
                    <c:v/>
                  </c:pt>
                  <c:pt idx="404">
                    <c:v/>
                  </c:pt>
                  <c:pt idx="405">
                    <c:v/>
                  </c:pt>
                  <c:pt idx="406">
                    <c:v/>
                  </c:pt>
                  <c:pt idx="407">
                    <c:v/>
                  </c:pt>
                  <c:pt idx="408">
                    <c:v/>
                  </c:pt>
                  <c:pt idx="409">
                    <c:v/>
                  </c:pt>
                  <c:pt idx="410">
                    <c:v/>
                  </c:pt>
                  <c:pt idx="411">
                    <c:v/>
                  </c:pt>
                  <c:pt idx="412">
                    <c:v/>
                  </c:pt>
                  <c:pt idx="413">
                    <c:v/>
                  </c:pt>
                  <c:pt idx="414">
                    <c:v/>
                  </c:pt>
                  <c:pt idx="415">
                    <c:v/>
                  </c:pt>
                  <c:pt idx="416">
                    <c:v/>
                  </c:pt>
                  <c:pt idx="417">
                    <c:v/>
                  </c:pt>
                  <c:pt idx="418">
                    <c:v/>
                  </c:pt>
                  <c:pt idx="419">
                    <c:v/>
                  </c:pt>
                  <c:pt idx="420">
                    <c:v/>
                  </c:pt>
                  <c:pt idx="421">
                    <c:v/>
                  </c:pt>
                  <c:pt idx="422">
                    <c:v/>
                  </c:pt>
                  <c:pt idx="423">
                    <c:v/>
                  </c:pt>
                  <c:pt idx="424">
                    <c:v/>
                  </c:pt>
                  <c:pt idx="425">
                    <c:v/>
                  </c:pt>
                  <c:pt idx="426">
                    <c:v/>
                  </c:pt>
                  <c:pt idx="427">
                    <c:v/>
                  </c:pt>
                  <c:pt idx="428">
                    <c:v/>
                  </c:pt>
                  <c:pt idx="429">
                    <c:v/>
                  </c:pt>
                  <c:pt idx="430">
                    <c:v/>
                  </c:pt>
                  <c:pt idx="431">
                    <c:v/>
                  </c:pt>
                  <c:pt idx="432">
                    <c:v/>
                  </c:pt>
                  <c:pt idx="433">
                    <c:v/>
                  </c:pt>
                  <c:pt idx="434">
                    <c:v/>
                  </c:pt>
                  <c:pt idx="435">
                    <c:v/>
                  </c:pt>
                  <c:pt idx="436">
                    <c:v/>
                  </c:pt>
                  <c:pt idx="437">
                    <c:v/>
                  </c:pt>
                  <c:pt idx="438">
                    <c:v/>
                  </c:pt>
                  <c:pt idx="439">
                    <c:v/>
                  </c:pt>
                  <c:pt idx="440">
                    <c:v/>
                  </c:pt>
                  <c:pt idx="441">
                    <c:v/>
                  </c:pt>
                  <c:pt idx="442">
                    <c:v/>
                  </c:pt>
                  <c:pt idx="443">
                    <c:v/>
                  </c:pt>
                  <c:pt idx="444">
                    <c:v/>
                  </c:pt>
                  <c:pt idx="445">
                    <c:v/>
                  </c:pt>
                  <c:pt idx="446">
                    <c:v/>
                  </c:pt>
                  <c:pt idx="447">
                    <c:v/>
                  </c:pt>
                  <c:pt idx="448">
                    <c:v/>
                  </c:pt>
                  <c:pt idx="449">
                    <c:v/>
                  </c:pt>
                  <c:pt idx="450">
                    <c:v>Apr 25</c:v>
                  </c:pt>
                  <c:pt idx="451">
                    <c:v/>
                  </c:pt>
                  <c:pt idx="452">
                    <c:v/>
                  </c:pt>
                  <c:pt idx="453">
                    <c:v/>
                  </c:pt>
                  <c:pt idx="454">
                    <c:v/>
                  </c:pt>
                  <c:pt idx="455">
                    <c:v/>
                  </c:pt>
                  <c:pt idx="456">
                    <c:v/>
                  </c:pt>
                  <c:pt idx="457">
                    <c:v/>
                  </c:pt>
                  <c:pt idx="458">
                    <c:v/>
                  </c:pt>
                  <c:pt idx="459">
                    <c:v/>
                  </c:pt>
                  <c:pt idx="460">
                    <c:v/>
                  </c:pt>
                  <c:pt idx="461">
                    <c:v/>
                  </c:pt>
                  <c:pt idx="462">
                    <c:v/>
                  </c:pt>
                  <c:pt idx="463">
                    <c:v/>
                  </c:pt>
                  <c:pt idx="464">
                    <c:v/>
                  </c:pt>
                  <c:pt idx="465">
                    <c:v/>
                  </c:pt>
                  <c:pt idx="466">
                    <c:v/>
                  </c:pt>
                  <c:pt idx="467">
                    <c:v/>
                  </c:pt>
                  <c:pt idx="468">
                    <c:v/>
                  </c:pt>
                  <c:pt idx="469">
                    <c:v/>
                  </c:pt>
                  <c:pt idx="470">
                    <c:v/>
                  </c:pt>
                  <c:pt idx="471">
                    <c:v/>
                  </c:pt>
                  <c:pt idx="472">
                    <c:v/>
                  </c:pt>
                  <c:pt idx="473">
                    <c:v/>
                  </c:pt>
                  <c:pt idx="474">
                    <c:v/>
                  </c:pt>
                  <c:pt idx="475">
                    <c:v/>
                  </c:pt>
                  <c:pt idx="476">
                    <c:v/>
                  </c:pt>
                  <c:pt idx="477">
                    <c:v/>
                  </c:pt>
                  <c:pt idx="478">
                    <c:v/>
                  </c:pt>
                  <c:pt idx="479">
                    <c:v/>
                  </c:pt>
                  <c:pt idx="480">
                    <c:v/>
                  </c:pt>
                  <c:pt idx="481">
                    <c:v/>
                  </c:pt>
                  <c:pt idx="482">
                    <c:v/>
                  </c:pt>
                  <c:pt idx="483">
                    <c:v/>
                  </c:pt>
                  <c:pt idx="484">
                    <c:v/>
                  </c:pt>
                  <c:pt idx="485">
                    <c:v/>
                  </c:pt>
                  <c:pt idx="486">
                    <c:v/>
                  </c:pt>
                  <c:pt idx="487">
                    <c:v/>
                  </c:pt>
                  <c:pt idx="488">
                    <c:v/>
                  </c:pt>
                  <c:pt idx="489">
                    <c:v/>
                  </c:pt>
                  <c:pt idx="490">
                    <c:v/>
                  </c:pt>
                  <c:pt idx="491">
                    <c:v/>
                  </c:pt>
                  <c:pt idx="492">
                    <c:v/>
                  </c:pt>
                  <c:pt idx="493">
                    <c:v/>
                  </c:pt>
                  <c:pt idx="494">
                    <c:v/>
                  </c:pt>
                  <c:pt idx="495">
                    <c:v/>
                  </c:pt>
                  <c:pt idx="496">
                    <c:v/>
                  </c:pt>
                  <c:pt idx="497">
                    <c:v/>
                  </c:pt>
                  <c:pt idx="498">
                    <c:v/>
                  </c:pt>
                  <c:pt idx="499">
                    <c:v/>
                  </c:pt>
                  <c:pt idx="500">
                    <c:v/>
                  </c:pt>
                  <c:pt idx="501">
                    <c:v/>
                  </c:pt>
                  <c:pt idx="502">
                    <c:v/>
                  </c:pt>
                  <c:pt idx="503">
                    <c:v/>
                  </c:pt>
                  <c:pt idx="504">
                    <c:v/>
                  </c:pt>
                  <c:pt idx="505">
                    <c:v/>
                  </c:pt>
                  <c:pt idx="506">
                    <c:v/>
                  </c:pt>
                  <c:pt idx="507">
                    <c:v/>
                  </c:pt>
                  <c:pt idx="508">
                    <c:v/>
                  </c:pt>
                  <c:pt idx="509">
                    <c:v/>
                  </c:pt>
                  <c:pt idx="510">
                    <c:v/>
                  </c:pt>
                  <c:pt idx="511">
                    <c:v/>
                  </c:pt>
                  <c:pt idx="512">
                    <c:v/>
                  </c:pt>
                  <c:pt idx="513">
                    <c:v/>
                  </c:pt>
                  <c:pt idx="514">
                    <c:v/>
                  </c:pt>
                  <c:pt idx="515">
                    <c:v/>
                  </c:pt>
                  <c:pt idx="516">
                    <c:v/>
                  </c:pt>
                  <c:pt idx="517">
                    <c:v/>
                  </c:pt>
                  <c:pt idx="518">
                    <c:v/>
                  </c:pt>
                  <c:pt idx="519">
                    <c:v/>
                  </c:pt>
                  <c:pt idx="520">
                    <c:v/>
                  </c:pt>
                  <c:pt idx="521">
                    <c:v/>
                  </c:pt>
                  <c:pt idx="522">
                    <c:v/>
                  </c:pt>
                  <c:pt idx="523">
                    <c:v/>
                  </c:pt>
                  <c:pt idx="524">
                    <c:v/>
                  </c:pt>
                  <c:pt idx="525">
                    <c:v/>
                  </c:pt>
                  <c:pt idx="526">
                    <c:v/>
                  </c:pt>
                  <c:pt idx="527">
                    <c:v/>
                  </c:pt>
                  <c:pt idx="528">
                    <c:v/>
                  </c:pt>
                  <c:pt idx="529">
                    <c:v/>
                  </c:pt>
                  <c:pt idx="530">
                    <c:v/>
                  </c:pt>
                  <c:pt idx="531">
                    <c:v/>
                  </c:pt>
                  <c:pt idx="532">
                    <c:v/>
                  </c:pt>
                  <c:pt idx="533">
                    <c:v/>
                  </c:pt>
                  <c:pt idx="534">
                    <c:v/>
                  </c:pt>
                  <c:pt idx="535">
                    <c:v/>
                  </c:pt>
                  <c:pt idx="536">
                    <c:v/>
                  </c:pt>
                  <c:pt idx="537">
                    <c:v/>
                  </c:pt>
                  <c:pt idx="538">
                    <c:v/>
                  </c:pt>
                  <c:pt idx="539">
                    <c:v/>
                  </c:pt>
                  <c:pt idx="540">
                    <c:v/>
                  </c:pt>
                  <c:pt idx="541">
                    <c:v>Jul 25</c:v>
                  </c:pt>
                  <c:pt idx="542">
                    <c:v/>
                  </c:pt>
                  <c:pt idx="543">
                    <c:v/>
                  </c:pt>
                  <c:pt idx="544">
                    <c:v/>
                  </c:pt>
                  <c:pt idx="545">
                    <c:v/>
                  </c:pt>
                  <c:pt idx="546">
                    <c:v/>
                  </c:pt>
                  <c:pt idx="547">
                    <c:v/>
                  </c:pt>
                  <c:pt idx="548">
                    <c:v/>
                  </c:pt>
                  <c:pt idx="549">
                    <c:v/>
                  </c:pt>
                  <c:pt idx="550">
                    <c:v/>
                  </c:pt>
                  <c:pt idx="551">
                    <c:v/>
                  </c:pt>
                  <c:pt idx="552">
                    <c:v/>
                  </c:pt>
                  <c:pt idx="553">
                    <c:v/>
                  </c:pt>
                  <c:pt idx="554">
                    <c:v/>
                  </c:pt>
                  <c:pt idx="555">
                    <c:v/>
                  </c:pt>
                  <c:pt idx="556">
                    <c:v/>
                  </c:pt>
                  <c:pt idx="557">
                    <c:v/>
                  </c:pt>
                  <c:pt idx="558">
                    <c:v/>
                  </c:pt>
                  <c:pt idx="559">
                    <c:v/>
                  </c:pt>
                  <c:pt idx="560">
                    <c:v/>
                  </c:pt>
                  <c:pt idx="561">
                    <c:v/>
                  </c:pt>
                  <c:pt idx="562">
                    <c:v/>
                  </c:pt>
                  <c:pt idx="563">
                    <c:v/>
                  </c:pt>
                  <c:pt idx="564">
                    <c:v/>
                  </c:pt>
                  <c:pt idx="565">
                    <c:v/>
                  </c:pt>
                  <c:pt idx="566">
                    <c:v/>
                  </c:pt>
                  <c:pt idx="567">
                    <c:v/>
                  </c:pt>
                  <c:pt idx="568">
                    <c:v/>
                  </c:pt>
                  <c:pt idx="569">
                    <c:v/>
                  </c:pt>
                  <c:pt idx="570">
                    <c:v/>
                  </c:pt>
                  <c:pt idx="571">
                    <c:v/>
                  </c:pt>
                  <c:pt idx="572">
                    <c:v/>
                  </c:pt>
                  <c:pt idx="573">
                    <c:v/>
                  </c:pt>
                  <c:pt idx="574">
                    <c:v/>
                  </c:pt>
                  <c:pt idx="575">
                    <c:v/>
                  </c:pt>
                  <c:pt idx="576">
                    <c:v/>
                  </c:pt>
                  <c:pt idx="577">
                    <c:v/>
                  </c:pt>
                  <c:pt idx="578">
                    <c:v/>
                  </c:pt>
                  <c:pt idx="579">
                    <c:v/>
                  </c:pt>
                  <c:pt idx="580">
                    <c:v/>
                  </c:pt>
                  <c:pt idx="581">
                    <c:v/>
                  </c:pt>
                  <c:pt idx="582">
                    <c:v/>
                  </c:pt>
                  <c:pt idx="583">
                    <c:v/>
                  </c:pt>
                  <c:pt idx="584">
                    <c:v/>
                  </c:pt>
                  <c:pt idx="585">
                    <c:v/>
                  </c:pt>
                  <c:pt idx="586">
                    <c:v/>
                  </c:pt>
                  <c:pt idx="587">
                    <c:v/>
                  </c:pt>
                  <c:pt idx="588">
                    <c:v/>
                  </c:pt>
                  <c:pt idx="589">
                    <c:v/>
                  </c:pt>
                  <c:pt idx="590">
                    <c:v/>
                  </c:pt>
                  <c:pt idx="591">
                    <c:v/>
                  </c:pt>
                  <c:pt idx="592">
                    <c:v/>
                  </c:pt>
                  <c:pt idx="593">
                    <c:v/>
                  </c:pt>
                  <c:pt idx="594">
                    <c:v/>
                  </c:pt>
                  <c:pt idx="595">
                    <c:v/>
                  </c:pt>
                  <c:pt idx="596">
                    <c:v/>
                  </c:pt>
                  <c:pt idx="597">
                    <c:v/>
                  </c:pt>
                  <c:pt idx="598">
                    <c:v/>
                  </c:pt>
                  <c:pt idx="599">
                    <c:v/>
                  </c:pt>
                  <c:pt idx="600">
                    <c:v/>
                  </c:pt>
                  <c:pt idx="601">
                    <c:v/>
                  </c:pt>
                  <c:pt idx="602">
                    <c:v/>
                  </c:pt>
                  <c:pt idx="603">
                    <c:v/>
                  </c:pt>
                  <c:pt idx="604">
                    <c:v/>
                  </c:pt>
                  <c:pt idx="605">
                    <c:v/>
                  </c:pt>
                  <c:pt idx="606">
                    <c:v/>
                  </c:pt>
                  <c:pt idx="607">
                    <c:v/>
                  </c:pt>
                  <c:pt idx="608">
                    <c:v/>
                  </c:pt>
                  <c:pt idx="609">
                    <c:v/>
                  </c:pt>
                  <c:pt idx="610">
                    <c:v/>
                  </c:pt>
                  <c:pt idx="611">
                    <c:v/>
                  </c:pt>
                  <c:pt idx="612">
                    <c:v/>
                  </c:pt>
                  <c:pt idx="613">
                    <c:v/>
                  </c:pt>
                  <c:pt idx="614">
                    <c:v/>
                  </c:pt>
                  <c:pt idx="615">
                    <c:v/>
                  </c:pt>
                  <c:pt idx="616">
                    <c:v/>
                  </c:pt>
                  <c:pt idx="617">
                    <c:v/>
                  </c:pt>
                  <c:pt idx="618">
                    <c:v/>
                  </c:pt>
                  <c:pt idx="619">
                    <c:v/>
                  </c:pt>
                  <c:pt idx="620">
                    <c:v/>
                  </c:pt>
                  <c:pt idx="621">
                    <c:v/>
                  </c:pt>
                  <c:pt idx="622">
                    <c:v/>
                  </c:pt>
                  <c:pt idx="623">
                    <c:v/>
                  </c:pt>
                  <c:pt idx="624">
                    <c:v/>
                  </c:pt>
                  <c:pt idx="625">
                    <c:v/>
                  </c:pt>
                  <c:pt idx="626">
                    <c:v/>
                  </c:pt>
                  <c:pt idx="627">
                    <c:v/>
                  </c:pt>
                  <c:pt idx="628">
                    <c:v/>
                  </c:pt>
                  <c:pt idx="629">
                    <c:v/>
                  </c:pt>
                  <c:pt idx="630">
                    <c:v/>
                  </c:pt>
                  <c:pt idx="631">
                    <c:v/>
                  </c:pt>
                  <c:pt idx="632">
                    <c:v/>
                  </c:pt>
                  <c:pt idx="633">
                    <c:v>Oct 25</c:v>
                  </c:pt>
                  <c:pt idx="634">
                    <c:v/>
                  </c:pt>
                  <c:pt idx="635">
                    <c:v/>
                  </c:pt>
                  <c:pt idx="636">
                    <c:v/>
                  </c:pt>
                  <c:pt idx="637">
                    <c:v/>
                  </c:pt>
                  <c:pt idx="638">
                    <c:v/>
                  </c:pt>
                  <c:pt idx="639">
                    <c:v/>
                  </c:pt>
                  <c:pt idx="640">
                    <c:v/>
                  </c:pt>
                  <c:pt idx="641">
                    <c:v/>
                  </c:pt>
                  <c:pt idx="642">
                    <c:v/>
                  </c:pt>
                  <c:pt idx="643">
                    <c:v/>
                  </c:pt>
                  <c:pt idx="644">
                    <c:v/>
                  </c:pt>
                  <c:pt idx="645">
                    <c:v/>
                  </c:pt>
                  <c:pt idx="646">
                    <c:v/>
                  </c:pt>
                  <c:pt idx="647">
                    <c:v/>
                  </c:pt>
                  <c:pt idx="648">
                    <c:v/>
                  </c:pt>
                  <c:pt idx="649">
                    <c:v/>
                  </c:pt>
                  <c:pt idx="650">
                    <c:v/>
                  </c:pt>
                  <c:pt idx="651">
                    <c:v/>
                  </c:pt>
                  <c:pt idx="652">
                    <c:v/>
                  </c:pt>
                  <c:pt idx="653">
                    <c:v/>
                  </c:pt>
                  <c:pt idx="654">
                    <c:v/>
                  </c:pt>
                  <c:pt idx="655">
                    <c:v/>
                  </c:pt>
                  <c:pt idx="656">
                    <c:v/>
                  </c:pt>
                  <c:pt idx="657">
                    <c:v/>
                  </c:pt>
                  <c:pt idx="658">
                    <c:v/>
                  </c:pt>
                  <c:pt idx="659">
                    <c:v/>
                  </c:pt>
                  <c:pt idx="660">
                    <c:v/>
                  </c:pt>
                  <c:pt idx="661">
                    <c:v/>
                  </c:pt>
                  <c:pt idx="662">
                    <c:v/>
                  </c:pt>
                  <c:pt idx="663">
                    <c:v/>
                  </c:pt>
                  <c:pt idx="664">
                    <c:v/>
                  </c:pt>
                  <c:pt idx="665">
                    <c:v/>
                  </c:pt>
                  <c:pt idx="666">
                    <c:v/>
                  </c:pt>
                  <c:pt idx="667">
                    <c:v/>
                  </c:pt>
                  <c:pt idx="668">
                    <c:v/>
                  </c:pt>
                  <c:pt idx="669">
                    <c:v/>
                  </c:pt>
                  <c:pt idx="670">
                    <c:v/>
                  </c:pt>
                  <c:pt idx="671">
                    <c:v/>
                  </c:pt>
                  <c:pt idx="672">
                    <c:v/>
                  </c:pt>
                  <c:pt idx="673">
                    <c:v/>
                  </c:pt>
                  <c:pt idx="674">
                    <c:v/>
                  </c:pt>
                  <c:pt idx="675">
                    <c:v/>
                  </c:pt>
                  <c:pt idx="676">
                    <c:v/>
                  </c:pt>
                  <c:pt idx="677">
                    <c:v/>
                  </c:pt>
                  <c:pt idx="678">
                    <c:v/>
                  </c:pt>
                  <c:pt idx="679">
                    <c:v/>
                  </c:pt>
                  <c:pt idx="680">
                    <c:v/>
                  </c:pt>
                  <c:pt idx="681">
                    <c:v/>
                  </c:pt>
                  <c:pt idx="682">
                    <c:v/>
                  </c:pt>
                  <c:pt idx="683">
                    <c:v/>
                  </c:pt>
                  <c:pt idx="684">
                    <c:v/>
                  </c:pt>
                  <c:pt idx="685">
                    <c:v/>
                  </c:pt>
                  <c:pt idx="686">
                    <c:v/>
                  </c:pt>
                  <c:pt idx="687">
                    <c:v/>
                  </c:pt>
                  <c:pt idx="688">
                    <c:v/>
                  </c:pt>
                  <c:pt idx="689">
                    <c:v/>
                  </c:pt>
                  <c:pt idx="690">
                    <c:v/>
                  </c:pt>
                  <c:pt idx="691">
                    <c:v/>
                  </c:pt>
                  <c:pt idx="692">
                    <c:v/>
                  </c:pt>
                  <c:pt idx="693">
                    <c:v/>
                  </c:pt>
                  <c:pt idx="694">
                    <c:v/>
                  </c:pt>
                  <c:pt idx="695">
                    <c:v/>
                  </c:pt>
                  <c:pt idx="696">
                    <c:v/>
                  </c:pt>
                  <c:pt idx="697">
                    <c:v/>
                  </c:pt>
                  <c:pt idx="698">
                    <c:v/>
                  </c:pt>
                  <c:pt idx="699">
                    <c:v/>
                  </c:pt>
                  <c:pt idx="700">
                    <c:v/>
                  </c:pt>
                  <c:pt idx="701">
                    <c:v/>
                  </c:pt>
                  <c:pt idx="702">
                    <c:v/>
                  </c:pt>
                  <c:pt idx="703">
                    <c:v/>
                  </c:pt>
                  <c:pt idx="704">
                    <c:v/>
                  </c:pt>
                  <c:pt idx="705">
                    <c:v/>
                  </c:pt>
                  <c:pt idx="706">
                    <c:v/>
                  </c:pt>
                  <c:pt idx="707">
                    <c:v/>
                  </c:pt>
                  <c:pt idx="708">
                    <c:v/>
                  </c:pt>
                  <c:pt idx="709">
                    <c:v/>
                  </c:pt>
                  <c:pt idx="710">
                    <c:v/>
                  </c:pt>
                  <c:pt idx="711">
                    <c:v/>
                  </c:pt>
                  <c:pt idx="712">
                    <c:v/>
                  </c:pt>
                  <c:pt idx="713">
                    <c:v/>
                  </c:pt>
                  <c:pt idx="714">
                    <c:v/>
                  </c:pt>
                  <c:pt idx="715">
                    <c:v/>
                  </c:pt>
                  <c:pt idx="716">
                    <c:v/>
                  </c:pt>
                  <c:pt idx="717">
                    <c:v/>
                  </c:pt>
                  <c:pt idx="718">
                    <c:v/>
                  </c:pt>
                  <c:pt idx="719">
                    <c:v/>
                  </c:pt>
                  <c:pt idx="720">
                    <c:v/>
                  </c:pt>
                  <c:pt idx="721">
                    <c:v/>
                  </c:pt>
                  <c:pt idx="722">
                    <c:v/>
                  </c:pt>
                  <c:pt idx="723">
                    <c:v/>
                  </c:pt>
                </c:lvl>
              </c:multiLvlStrCache>
            </c:multiLvlStrRef>
          </c:cat>
          <c:val>
            <c:numRef>
              <c:f>Sheet1!$B$2:$B$725</c:f>
              <c:numCache>
                <c:formatCode>General</c:formatCode>
                <c:ptCount val="724"/>
                <c:pt idx="0">
                  <c:v>3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6</c:v>
                </c:pt>
                <c:pt idx="5">
                  <c:v>3</c:v>
                </c:pt>
                <c:pt idx="6">
                  <c:v>1</c:v>
                </c:pt>
                <c:pt idx="7">
                  <c:v>1</c:v>
                </c:pt>
                <c:pt idx="8">
                  <c:v>7</c:v>
                </c:pt>
                <c:pt idx="9">
                  <c:v>7</c:v>
                </c:pt>
                <c:pt idx="10">
                  <c:v>6</c:v>
                </c:pt>
                <c:pt idx="11">
                  <c:v>7</c:v>
                </c:pt>
                <c:pt idx="12">
                  <c:v>4</c:v>
                </c:pt>
                <c:pt idx="13">
                  <c:v>2</c:v>
                </c:pt>
                <c:pt idx="14">
                  <c:v>4</c:v>
                </c:pt>
                <c:pt idx="15">
                  <c:v>7</c:v>
                </c:pt>
                <c:pt idx="16">
                  <c:v>8</c:v>
                </c:pt>
                <c:pt idx="17">
                  <c:v>7</c:v>
                </c:pt>
                <c:pt idx="18">
                  <c:v>5</c:v>
                </c:pt>
                <c:pt idx="19">
                  <c:v>6</c:v>
                </c:pt>
                <c:pt idx="20">
                  <c:v>2</c:v>
                </c:pt>
                <c:pt idx="21">
                  <c:v>2</c:v>
                </c:pt>
                <c:pt idx="22">
                  <c:v>4</c:v>
                </c:pt>
                <c:pt idx="23">
                  <c:v>5</c:v>
                </c:pt>
                <c:pt idx="24">
                  <c:v>5</c:v>
                </c:pt>
                <c:pt idx="25">
                  <c:v>7</c:v>
                </c:pt>
                <c:pt idx="26">
                  <c:v>5</c:v>
                </c:pt>
                <c:pt idx="27">
                  <c:v>4</c:v>
                </c:pt>
                <c:pt idx="28">
                  <c:v>4</c:v>
                </c:pt>
                <c:pt idx="29">
                  <c:v>7</c:v>
                </c:pt>
                <c:pt idx="30">
                  <c:v>6</c:v>
                </c:pt>
                <c:pt idx="31">
                  <c:v>7</c:v>
                </c:pt>
                <c:pt idx="32">
                  <c:v>6</c:v>
                </c:pt>
                <c:pt idx="33">
                  <c:v>7</c:v>
                </c:pt>
                <c:pt idx="34">
                  <c:v>4</c:v>
                </c:pt>
                <c:pt idx="35">
                  <c:v>3</c:v>
                </c:pt>
                <c:pt idx="36">
                  <c:v>7</c:v>
                </c:pt>
                <c:pt idx="37">
                  <c:v>5</c:v>
                </c:pt>
                <c:pt idx="38">
                  <c:v>7</c:v>
                </c:pt>
                <c:pt idx="39">
                  <c:v>6</c:v>
                </c:pt>
                <c:pt idx="40">
                  <c:v>5</c:v>
                </c:pt>
                <c:pt idx="41">
                  <c:v>2</c:v>
                </c:pt>
                <c:pt idx="42">
                  <c:v>4</c:v>
                </c:pt>
                <c:pt idx="43">
                  <c:v>4</c:v>
                </c:pt>
                <c:pt idx="44">
                  <c:v>7</c:v>
                </c:pt>
                <c:pt idx="45">
                  <c:v>7</c:v>
                </c:pt>
                <c:pt idx="46">
                  <c:v>6</c:v>
                </c:pt>
                <c:pt idx="47">
                  <c:v>6</c:v>
                </c:pt>
                <c:pt idx="48">
                  <c:v>5</c:v>
                </c:pt>
                <c:pt idx="49">
                  <c:v>3</c:v>
                </c:pt>
                <c:pt idx="50">
                  <c:v>5</c:v>
                </c:pt>
                <c:pt idx="51">
                  <c:v>5</c:v>
                </c:pt>
                <c:pt idx="52">
                  <c:v>4</c:v>
                </c:pt>
                <c:pt idx="53">
                  <c:v>7</c:v>
                </c:pt>
                <c:pt idx="54">
                  <c:v>4</c:v>
                </c:pt>
                <c:pt idx="55">
                  <c:v>4</c:v>
                </c:pt>
                <c:pt idx="56">
                  <c:v>5</c:v>
                </c:pt>
                <c:pt idx="57">
                  <c:v>8</c:v>
                </c:pt>
                <c:pt idx="58">
                  <c:v>5</c:v>
                </c:pt>
                <c:pt idx="59">
                  <c:v>7</c:v>
                </c:pt>
                <c:pt idx="60">
                  <c:v>7</c:v>
                </c:pt>
                <c:pt idx="61">
                  <c:v>6</c:v>
                </c:pt>
                <c:pt idx="62">
                  <c:v>5</c:v>
                </c:pt>
                <c:pt idx="63">
                  <c:v>1</c:v>
                </c:pt>
                <c:pt idx="64">
                  <c:v>7</c:v>
                </c:pt>
                <c:pt idx="65">
                  <c:v>7</c:v>
                </c:pt>
                <c:pt idx="66">
                  <c:v>7</c:v>
                </c:pt>
                <c:pt idx="67">
                  <c:v>4</c:v>
                </c:pt>
                <c:pt idx="68">
                  <c:v>6</c:v>
                </c:pt>
                <c:pt idx="69">
                  <c:v>2</c:v>
                </c:pt>
                <c:pt idx="70">
                  <c:v>1</c:v>
                </c:pt>
                <c:pt idx="71">
                  <c:v>6</c:v>
                </c:pt>
                <c:pt idx="72">
                  <c:v>5</c:v>
                </c:pt>
                <c:pt idx="73">
                  <c:v>6</c:v>
                </c:pt>
                <c:pt idx="74">
                  <c:v>5</c:v>
                </c:pt>
                <c:pt idx="75">
                  <c:v>6</c:v>
                </c:pt>
                <c:pt idx="76">
                  <c:v>2</c:v>
                </c:pt>
                <c:pt idx="77">
                  <c:v>2</c:v>
                </c:pt>
                <c:pt idx="78">
                  <c:v>5</c:v>
                </c:pt>
                <c:pt idx="79">
                  <c:v>5</c:v>
                </c:pt>
                <c:pt idx="80">
                  <c:v>7</c:v>
                </c:pt>
                <c:pt idx="81">
                  <c:v>5</c:v>
                </c:pt>
                <c:pt idx="82">
                  <c:v>4</c:v>
                </c:pt>
                <c:pt idx="83">
                  <c:v>4</c:v>
                </c:pt>
                <c:pt idx="84">
                  <c:v>1</c:v>
                </c:pt>
                <c:pt idx="85">
                  <c:v>7</c:v>
                </c:pt>
                <c:pt idx="86">
                  <c:v>7</c:v>
                </c:pt>
                <c:pt idx="87">
                  <c:v>5</c:v>
                </c:pt>
                <c:pt idx="88">
                  <c:v>6</c:v>
                </c:pt>
                <c:pt idx="89">
                  <c:v>6</c:v>
                </c:pt>
                <c:pt idx="90">
                  <c:v>4</c:v>
                </c:pt>
                <c:pt idx="91">
                  <c:v>3</c:v>
                </c:pt>
                <c:pt idx="92">
                  <c:v>5</c:v>
                </c:pt>
                <c:pt idx="93">
                  <c:v>6</c:v>
                </c:pt>
                <c:pt idx="94">
                  <c:v>5</c:v>
                </c:pt>
                <c:pt idx="95">
                  <c:v>5</c:v>
                </c:pt>
                <c:pt idx="96">
                  <c:v>7</c:v>
                </c:pt>
                <c:pt idx="97">
                  <c:v>5</c:v>
                </c:pt>
                <c:pt idx="98">
                  <c:v>2</c:v>
                </c:pt>
                <c:pt idx="99">
                  <c:v>5</c:v>
                </c:pt>
                <c:pt idx="100">
                  <c:v>7</c:v>
                </c:pt>
                <c:pt idx="101">
                  <c:v>6</c:v>
                </c:pt>
                <c:pt idx="102">
                  <c:v>8</c:v>
                </c:pt>
                <c:pt idx="103">
                  <c:v>6</c:v>
                </c:pt>
                <c:pt idx="104">
                  <c:v>2</c:v>
                </c:pt>
                <c:pt idx="105">
                  <c:v>2</c:v>
                </c:pt>
                <c:pt idx="106">
                  <c:v>7</c:v>
                </c:pt>
                <c:pt idx="107">
                  <c:v>8</c:v>
                </c:pt>
                <c:pt idx="108">
                  <c:v>5</c:v>
                </c:pt>
                <c:pt idx="109">
                  <c:v>6</c:v>
                </c:pt>
                <c:pt idx="110">
                  <c:v>7</c:v>
                </c:pt>
                <c:pt idx="111">
                  <c:v>4</c:v>
                </c:pt>
                <c:pt idx="112">
                  <c:v>4</c:v>
                </c:pt>
                <c:pt idx="113">
                  <c:v>6</c:v>
                </c:pt>
                <c:pt idx="114">
                  <c:v>5</c:v>
                </c:pt>
                <c:pt idx="115">
                  <c:v>7</c:v>
                </c:pt>
                <c:pt idx="116">
                  <c:v>4</c:v>
                </c:pt>
                <c:pt idx="117">
                  <c:v>4</c:v>
                </c:pt>
                <c:pt idx="118">
                  <c:v>3</c:v>
                </c:pt>
                <c:pt idx="119">
                  <c:v>1</c:v>
                </c:pt>
                <c:pt idx="120">
                  <c:v>7</c:v>
                </c:pt>
                <c:pt idx="121">
                  <c:v>6</c:v>
                </c:pt>
                <c:pt idx="122">
                  <c:v>6</c:v>
                </c:pt>
                <c:pt idx="123">
                  <c:v>5</c:v>
                </c:pt>
                <c:pt idx="124">
                  <c:v>6</c:v>
                </c:pt>
                <c:pt idx="125">
                  <c:v>1</c:v>
                </c:pt>
                <c:pt idx="126">
                  <c:v>4</c:v>
                </c:pt>
                <c:pt idx="127">
                  <c:v>4</c:v>
                </c:pt>
                <c:pt idx="128">
                  <c:v>8</c:v>
                </c:pt>
                <c:pt idx="129">
                  <c:v>4</c:v>
                </c:pt>
                <c:pt idx="130">
                  <c:v>7</c:v>
                </c:pt>
                <c:pt idx="131">
                  <c:v>4</c:v>
                </c:pt>
                <c:pt idx="132">
                  <c:v>4</c:v>
                </c:pt>
                <c:pt idx="133">
                  <c:v>1</c:v>
                </c:pt>
                <c:pt idx="134">
                  <c:v>5</c:v>
                </c:pt>
                <c:pt idx="135">
                  <c:v>8</c:v>
                </c:pt>
                <c:pt idx="136">
                  <c:v>6</c:v>
                </c:pt>
                <c:pt idx="137">
                  <c:v>7</c:v>
                </c:pt>
                <c:pt idx="138">
                  <c:v>4</c:v>
                </c:pt>
                <c:pt idx="139">
                  <c:v>2</c:v>
                </c:pt>
                <c:pt idx="140">
                  <c:v>5</c:v>
                </c:pt>
                <c:pt idx="141">
                  <c:v>6</c:v>
                </c:pt>
                <c:pt idx="142">
                  <c:v>5</c:v>
                </c:pt>
                <c:pt idx="143">
                  <c:v>5</c:v>
                </c:pt>
                <c:pt idx="144">
                  <c:v>5</c:v>
                </c:pt>
                <c:pt idx="145">
                  <c:v>6</c:v>
                </c:pt>
                <c:pt idx="146">
                  <c:v>2</c:v>
                </c:pt>
                <c:pt idx="147">
                  <c:v>4</c:v>
                </c:pt>
                <c:pt idx="148">
                  <c:v>5</c:v>
                </c:pt>
                <c:pt idx="149">
                  <c:v>6</c:v>
                </c:pt>
                <c:pt idx="150">
                  <c:v>5</c:v>
                </c:pt>
                <c:pt idx="151">
                  <c:v>6</c:v>
                </c:pt>
                <c:pt idx="152">
                  <c:v>6</c:v>
                </c:pt>
                <c:pt idx="153">
                  <c:v>3</c:v>
                </c:pt>
                <c:pt idx="154">
                  <c:v>4</c:v>
                </c:pt>
                <c:pt idx="155">
                  <c:v>9</c:v>
                </c:pt>
                <c:pt idx="156">
                  <c:v>6</c:v>
                </c:pt>
                <c:pt idx="157">
                  <c:v>6</c:v>
                </c:pt>
                <c:pt idx="158">
                  <c:v>6</c:v>
                </c:pt>
                <c:pt idx="159">
                  <c:v>6</c:v>
                </c:pt>
                <c:pt idx="160">
                  <c:v>3</c:v>
                </c:pt>
                <c:pt idx="161">
                  <c:v>2</c:v>
                </c:pt>
                <c:pt idx="162">
                  <c:v>7</c:v>
                </c:pt>
                <c:pt idx="163">
                  <c:v>6</c:v>
                </c:pt>
                <c:pt idx="164">
                  <c:v>7</c:v>
                </c:pt>
                <c:pt idx="165">
                  <c:v>8</c:v>
                </c:pt>
                <c:pt idx="166">
                  <c:v>6</c:v>
                </c:pt>
                <c:pt idx="167">
                  <c:v>4</c:v>
                </c:pt>
                <c:pt idx="168">
                  <c:v>5</c:v>
                </c:pt>
                <c:pt idx="169">
                  <c:v>10</c:v>
                </c:pt>
                <c:pt idx="170">
                  <c:v>9</c:v>
                </c:pt>
                <c:pt idx="171">
                  <c:v>7</c:v>
                </c:pt>
                <c:pt idx="172">
                  <c:v>7</c:v>
                </c:pt>
                <c:pt idx="173">
                  <c:v>9</c:v>
                </c:pt>
                <c:pt idx="174">
                  <c:v>4</c:v>
                </c:pt>
                <c:pt idx="175">
                  <c:v>5</c:v>
                </c:pt>
                <c:pt idx="176">
                  <c:v>7</c:v>
                </c:pt>
                <c:pt idx="177">
                  <c:v>8</c:v>
                </c:pt>
                <c:pt idx="178">
                  <c:v>9</c:v>
                </c:pt>
                <c:pt idx="179">
                  <c:v>10</c:v>
                </c:pt>
                <c:pt idx="180">
                  <c:v>9</c:v>
                </c:pt>
                <c:pt idx="181">
                  <c:v>5</c:v>
                </c:pt>
                <c:pt idx="182">
                  <c:v>4</c:v>
                </c:pt>
                <c:pt idx="183">
                  <c:v>11</c:v>
                </c:pt>
                <c:pt idx="184">
                  <c:v>9</c:v>
                </c:pt>
                <c:pt idx="185">
                  <c:v>8</c:v>
                </c:pt>
                <c:pt idx="186">
                  <c:v>7</c:v>
                </c:pt>
                <c:pt idx="187">
                  <c:v>8</c:v>
                </c:pt>
                <c:pt idx="188">
                  <c:v>3</c:v>
                </c:pt>
                <c:pt idx="189">
                  <c:v>6</c:v>
                </c:pt>
                <c:pt idx="190">
                  <c:v>7</c:v>
                </c:pt>
                <c:pt idx="191">
                  <c:v>11</c:v>
                </c:pt>
                <c:pt idx="192">
                  <c:v>11</c:v>
                </c:pt>
                <c:pt idx="193">
                  <c:v>10</c:v>
                </c:pt>
                <c:pt idx="194">
                  <c:v>7</c:v>
                </c:pt>
                <c:pt idx="195">
                  <c:v>6</c:v>
                </c:pt>
                <c:pt idx="196">
                  <c:v>6</c:v>
                </c:pt>
                <c:pt idx="197">
                  <c:v>8</c:v>
                </c:pt>
                <c:pt idx="198">
                  <c:v>8</c:v>
                </c:pt>
                <c:pt idx="199">
                  <c:v>10</c:v>
                </c:pt>
                <c:pt idx="200">
                  <c:v>10</c:v>
                </c:pt>
                <c:pt idx="201">
                  <c:v>8</c:v>
                </c:pt>
                <c:pt idx="202">
                  <c:v>3</c:v>
                </c:pt>
                <c:pt idx="203">
                  <c:v>4</c:v>
                </c:pt>
                <c:pt idx="204">
                  <c:v>12</c:v>
                </c:pt>
                <c:pt idx="205">
                  <c:v>8</c:v>
                </c:pt>
                <c:pt idx="206">
                  <c:v>8</c:v>
                </c:pt>
                <c:pt idx="207">
                  <c:v>11</c:v>
                </c:pt>
                <c:pt idx="208">
                  <c:v>9</c:v>
                </c:pt>
                <c:pt idx="209">
                  <c:v>7</c:v>
                </c:pt>
                <c:pt idx="210">
                  <c:v>5</c:v>
                </c:pt>
                <c:pt idx="211">
                  <c:v>12</c:v>
                </c:pt>
                <c:pt idx="212">
                  <c:v>10</c:v>
                </c:pt>
                <c:pt idx="213">
                  <c:v>8</c:v>
                </c:pt>
                <c:pt idx="214">
                  <c:v>9</c:v>
                </c:pt>
                <c:pt idx="215">
                  <c:v>11</c:v>
                </c:pt>
                <c:pt idx="216">
                  <c:v>6</c:v>
                </c:pt>
                <c:pt idx="217">
                  <c:v>5</c:v>
                </c:pt>
                <c:pt idx="218">
                  <c:v>9</c:v>
                </c:pt>
                <c:pt idx="219">
                  <c:v>12</c:v>
                </c:pt>
                <c:pt idx="220">
                  <c:v>10</c:v>
                </c:pt>
                <c:pt idx="221">
                  <c:v>9</c:v>
                </c:pt>
                <c:pt idx="222">
                  <c:v>10</c:v>
                </c:pt>
                <c:pt idx="223">
                  <c:v>6</c:v>
                </c:pt>
                <c:pt idx="224">
                  <c:v>3</c:v>
                </c:pt>
                <c:pt idx="225">
                  <c:v>10</c:v>
                </c:pt>
                <c:pt idx="226">
                  <c:v>10</c:v>
                </c:pt>
                <c:pt idx="227">
                  <c:v>9</c:v>
                </c:pt>
                <c:pt idx="228">
                  <c:v>11</c:v>
                </c:pt>
                <c:pt idx="229">
                  <c:v>9</c:v>
                </c:pt>
                <c:pt idx="230">
                  <c:v>5</c:v>
                </c:pt>
                <c:pt idx="231">
                  <c:v>3</c:v>
                </c:pt>
                <c:pt idx="232">
                  <c:v>10</c:v>
                </c:pt>
                <c:pt idx="233">
                  <c:v>10</c:v>
                </c:pt>
                <c:pt idx="234">
                  <c:v>8</c:v>
                </c:pt>
                <c:pt idx="235">
                  <c:v>11</c:v>
                </c:pt>
                <c:pt idx="236">
                  <c:v>8</c:v>
                </c:pt>
                <c:pt idx="237">
                  <c:v>5</c:v>
                </c:pt>
                <c:pt idx="238">
                  <c:v>4</c:v>
                </c:pt>
                <c:pt idx="239">
                  <c:v>12</c:v>
                </c:pt>
                <c:pt idx="240">
                  <c:v>8</c:v>
                </c:pt>
                <c:pt idx="241">
                  <c:v>8</c:v>
                </c:pt>
                <c:pt idx="242">
                  <c:v>9</c:v>
                </c:pt>
                <c:pt idx="243">
                  <c:v>8</c:v>
                </c:pt>
                <c:pt idx="244">
                  <c:v>4</c:v>
                </c:pt>
                <c:pt idx="245">
                  <c:v>3</c:v>
                </c:pt>
                <c:pt idx="246">
                  <c:v>9</c:v>
                </c:pt>
                <c:pt idx="247">
                  <c:v>10</c:v>
                </c:pt>
                <c:pt idx="248">
                  <c:v>9</c:v>
                </c:pt>
                <c:pt idx="249">
                  <c:v>10</c:v>
                </c:pt>
                <c:pt idx="250">
                  <c:v>7</c:v>
                </c:pt>
                <c:pt idx="251">
                  <c:v>3</c:v>
                </c:pt>
                <c:pt idx="252">
                  <c:v>5</c:v>
                </c:pt>
                <c:pt idx="253">
                  <c:v>11</c:v>
                </c:pt>
                <c:pt idx="254">
                  <c:v>9</c:v>
                </c:pt>
                <c:pt idx="255">
                  <c:v>8</c:v>
                </c:pt>
                <c:pt idx="256">
                  <c:v>9</c:v>
                </c:pt>
                <c:pt idx="257">
                  <c:v>6</c:v>
                </c:pt>
                <c:pt idx="258">
                  <c:v>6</c:v>
                </c:pt>
                <c:pt idx="259">
                  <c:v>5</c:v>
                </c:pt>
                <c:pt idx="260">
                  <c:v>11</c:v>
                </c:pt>
                <c:pt idx="261">
                  <c:v>8</c:v>
                </c:pt>
                <c:pt idx="262">
                  <c:v>10</c:v>
                </c:pt>
                <c:pt idx="263">
                  <c:v>7</c:v>
                </c:pt>
                <c:pt idx="264">
                  <c:v>10</c:v>
                </c:pt>
                <c:pt idx="265">
                  <c:v>3</c:v>
                </c:pt>
                <c:pt idx="266">
                  <c:v>5</c:v>
                </c:pt>
                <c:pt idx="267">
                  <c:v>11</c:v>
                </c:pt>
                <c:pt idx="268">
                  <c:v>9</c:v>
                </c:pt>
                <c:pt idx="269">
                  <c:v>10</c:v>
                </c:pt>
                <c:pt idx="270">
                  <c:v>9</c:v>
                </c:pt>
                <c:pt idx="271">
                  <c:v>6</c:v>
                </c:pt>
                <c:pt idx="272">
                  <c:v>5</c:v>
                </c:pt>
                <c:pt idx="273">
                  <c:v>2</c:v>
                </c:pt>
                <c:pt idx="274">
                  <c:v>7</c:v>
                </c:pt>
                <c:pt idx="275">
                  <c:v>9</c:v>
                </c:pt>
                <c:pt idx="276">
                  <c:v>8</c:v>
                </c:pt>
                <c:pt idx="277">
                  <c:v>8</c:v>
                </c:pt>
                <c:pt idx="278">
                  <c:v>7</c:v>
                </c:pt>
                <c:pt idx="279">
                  <c:v>3</c:v>
                </c:pt>
                <c:pt idx="280">
                  <c:v>2</c:v>
                </c:pt>
                <c:pt idx="281">
                  <c:v>9</c:v>
                </c:pt>
                <c:pt idx="282">
                  <c:v>10</c:v>
                </c:pt>
                <c:pt idx="283">
                  <c:v>9</c:v>
                </c:pt>
                <c:pt idx="284">
                  <c:v>8</c:v>
                </c:pt>
                <c:pt idx="285">
                  <c:v>8</c:v>
                </c:pt>
                <c:pt idx="286">
                  <c:v>2</c:v>
                </c:pt>
                <c:pt idx="287">
                  <c:v>3</c:v>
                </c:pt>
                <c:pt idx="288">
                  <c:v>6</c:v>
                </c:pt>
                <c:pt idx="289">
                  <c:v>8</c:v>
                </c:pt>
                <c:pt idx="290">
                  <c:v>6</c:v>
                </c:pt>
                <c:pt idx="291">
                  <c:v>7</c:v>
                </c:pt>
                <c:pt idx="292">
                  <c:v>7</c:v>
                </c:pt>
                <c:pt idx="293">
                  <c:v>5</c:v>
                </c:pt>
                <c:pt idx="294">
                  <c:v>2</c:v>
                </c:pt>
                <c:pt idx="295">
                  <c:v>5</c:v>
                </c:pt>
                <c:pt idx="296">
                  <c:v>9</c:v>
                </c:pt>
                <c:pt idx="297">
                  <c:v>7</c:v>
                </c:pt>
                <c:pt idx="298">
                  <c:v>6</c:v>
                </c:pt>
                <c:pt idx="299">
                  <c:v>7</c:v>
                </c:pt>
                <c:pt idx="300">
                  <c:v>4</c:v>
                </c:pt>
                <c:pt idx="301">
                  <c:v>5</c:v>
                </c:pt>
                <c:pt idx="302">
                  <c:v>5</c:v>
                </c:pt>
                <c:pt idx="303">
                  <c:v>7</c:v>
                </c:pt>
                <c:pt idx="304">
                  <c:v>5</c:v>
                </c:pt>
                <c:pt idx="305">
                  <c:v>5</c:v>
                </c:pt>
                <c:pt idx="306">
                  <c:v>8</c:v>
                </c:pt>
                <c:pt idx="307">
                  <c:v>4</c:v>
                </c:pt>
                <c:pt idx="308">
                  <c:v>5</c:v>
                </c:pt>
                <c:pt idx="309">
                  <c:v>5</c:v>
                </c:pt>
                <c:pt idx="310">
                  <c:v>8</c:v>
                </c:pt>
                <c:pt idx="311">
                  <c:v>4</c:v>
                </c:pt>
                <c:pt idx="312">
                  <c:v>5</c:v>
                </c:pt>
                <c:pt idx="313">
                  <c:v>8</c:v>
                </c:pt>
                <c:pt idx="314">
                  <c:v>4</c:v>
                </c:pt>
                <c:pt idx="315">
                  <c:v>2</c:v>
                </c:pt>
                <c:pt idx="316">
                  <c:v>6</c:v>
                </c:pt>
                <c:pt idx="317">
                  <c:v>8</c:v>
                </c:pt>
                <c:pt idx="318">
                  <c:v>8</c:v>
                </c:pt>
                <c:pt idx="319">
                  <c:v>6</c:v>
                </c:pt>
                <c:pt idx="320">
                  <c:v>8</c:v>
                </c:pt>
                <c:pt idx="321">
                  <c:v>2</c:v>
                </c:pt>
                <c:pt idx="322">
                  <c:v>5</c:v>
                </c:pt>
                <c:pt idx="323">
                  <c:v>7</c:v>
                </c:pt>
                <c:pt idx="324">
                  <c:v>5</c:v>
                </c:pt>
                <c:pt idx="325">
                  <c:v>5</c:v>
                </c:pt>
                <c:pt idx="326">
                  <c:v>6</c:v>
                </c:pt>
                <c:pt idx="327">
                  <c:v>4</c:v>
                </c:pt>
                <c:pt idx="328">
                  <c:v>1</c:v>
                </c:pt>
                <c:pt idx="329">
                  <c:v>1</c:v>
                </c:pt>
                <c:pt idx="330">
                  <c:v>5</c:v>
                </c:pt>
                <c:pt idx="331">
                  <c:v>8</c:v>
                </c:pt>
                <c:pt idx="332">
                  <c:v>8</c:v>
                </c:pt>
                <c:pt idx="333">
                  <c:v>4</c:v>
                </c:pt>
                <c:pt idx="334">
                  <c:v>6</c:v>
                </c:pt>
                <c:pt idx="335">
                  <c:v>1</c:v>
                </c:pt>
                <c:pt idx="336">
                  <c:v>4</c:v>
                </c:pt>
                <c:pt idx="337">
                  <c:v>5</c:v>
                </c:pt>
                <c:pt idx="338">
                  <c:v>6</c:v>
                </c:pt>
                <c:pt idx="339">
                  <c:v>6</c:v>
                </c:pt>
                <c:pt idx="340">
                  <c:v>6</c:v>
                </c:pt>
                <c:pt idx="341">
                  <c:v>6</c:v>
                </c:pt>
                <c:pt idx="342">
                  <c:v>5</c:v>
                </c:pt>
                <c:pt idx="343">
                  <c:v>3</c:v>
                </c:pt>
                <c:pt idx="344">
                  <c:v>5</c:v>
                </c:pt>
                <c:pt idx="345">
                  <c:v>5</c:v>
                </c:pt>
                <c:pt idx="346">
                  <c:v>6</c:v>
                </c:pt>
                <c:pt idx="347">
                  <c:v>8</c:v>
                </c:pt>
                <c:pt idx="348">
                  <c:v>5</c:v>
                </c:pt>
                <c:pt idx="349">
                  <c:v>5</c:v>
                </c:pt>
                <c:pt idx="350">
                  <c:v>5</c:v>
                </c:pt>
                <c:pt idx="351">
                  <c:v>7</c:v>
                </c:pt>
                <c:pt idx="352">
                  <c:v>7</c:v>
                </c:pt>
                <c:pt idx="353">
                  <c:v>5</c:v>
                </c:pt>
                <c:pt idx="354">
                  <c:v>7</c:v>
                </c:pt>
                <c:pt idx="355">
                  <c:v>5</c:v>
                </c:pt>
                <c:pt idx="356">
                  <c:v>4</c:v>
                </c:pt>
                <c:pt idx="357">
                  <c:v>1</c:v>
                </c:pt>
                <c:pt idx="358">
                  <c:v>5</c:v>
                </c:pt>
                <c:pt idx="359">
                  <c:v>5</c:v>
                </c:pt>
                <c:pt idx="360">
                  <c:v>7</c:v>
                </c:pt>
                <c:pt idx="361">
                  <c:v>5</c:v>
                </c:pt>
                <c:pt idx="362">
                  <c:v>5</c:v>
                </c:pt>
                <c:pt idx="363">
                  <c:v>3</c:v>
                </c:pt>
                <c:pt idx="364">
                  <c:v>1</c:v>
                </c:pt>
                <c:pt idx="365">
                  <c:v>5</c:v>
                </c:pt>
                <c:pt idx="366">
                  <c:v>4</c:v>
                </c:pt>
                <c:pt idx="367">
                  <c:v>6</c:v>
                </c:pt>
                <c:pt idx="368">
                  <c:v>6</c:v>
                </c:pt>
                <c:pt idx="369">
                  <c:v>5</c:v>
                </c:pt>
                <c:pt idx="370">
                  <c:v>2</c:v>
                </c:pt>
                <c:pt idx="371">
                  <c:v>4</c:v>
                </c:pt>
                <c:pt idx="372">
                  <c:v>6</c:v>
                </c:pt>
                <c:pt idx="373">
                  <c:v>8</c:v>
                </c:pt>
                <c:pt idx="374">
                  <c:v>6</c:v>
                </c:pt>
                <c:pt idx="375">
                  <c:v>8</c:v>
                </c:pt>
                <c:pt idx="376">
                  <c:v>5</c:v>
                </c:pt>
                <c:pt idx="377">
                  <c:v>2</c:v>
                </c:pt>
                <c:pt idx="378">
                  <c:v>1</c:v>
                </c:pt>
                <c:pt idx="379">
                  <c:v>8</c:v>
                </c:pt>
                <c:pt idx="380">
                  <c:v>7</c:v>
                </c:pt>
                <c:pt idx="381">
                  <c:v>8</c:v>
                </c:pt>
                <c:pt idx="382">
                  <c:v>5</c:v>
                </c:pt>
                <c:pt idx="383">
                  <c:v>8</c:v>
                </c:pt>
                <c:pt idx="384">
                  <c:v>5</c:v>
                </c:pt>
                <c:pt idx="385">
                  <c:v>3</c:v>
                </c:pt>
                <c:pt idx="386">
                  <c:v>6</c:v>
                </c:pt>
                <c:pt idx="387">
                  <c:v>6</c:v>
                </c:pt>
                <c:pt idx="388">
                  <c:v>5</c:v>
                </c:pt>
                <c:pt idx="389">
                  <c:v>8</c:v>
                </c:pt>
                <c:pt idx="390">
                  <c:v>7</c:v>
                </c:pt>
                <c:pt idx="391">
                  <c:v>5</c:v>
                </c:pt>
                <c:pt idx="392">
                  <c:v>2</c:v>
                </c:pt>
                <c:pt idx="393">
                  <c:v>7</c:v>
                </c:pt>
                <c:pt idx="394">
                  <c:v>7</c:v>
                </c:pt>
                <c:pt idx="395">
                  <c:v>6</c:v>
                </c:pt>
                <c:pt idx="396">
                  <c:v>7</c:v>
                </c:pt>
                <c:pt idx="397">
                  <c:v>6</c:v>
                </c:pt>
                <c:pt idx="398">
                  <c:v>5</c:v>
                </c:pt>
                <c:pt idx="399">
                  <c:v>2</c:v>
                </c:pt>
                <c:pt idx="400">
                  <c:v>5</c:v>
                </c:pt>
                <c:pt idx="401">
                  <c:v>8</c:v>
                </c:pt>
                <c:pt idx="402">
                  <c:v>7</c:v>
                </c:pt>
                <c:pt idx="403">
                  <c:v>4</c:v>
                </c:pt>
                <c:pt idx="404">
                  <c:v>4</c:v>
                </c:pt>
                <c:pt idx="405">
                  <c:v>5</c:v>
                </c:pt>
                <c:pt idx="406">
                  <c:v>5</c:v>
                </c:pt>
                <c:pt idx="407">
                  <c:v>5</c:v>
                </c:pt>
                <c:pt idx="408">
                  <c:v>7</c:v>
                </c:pt>
                <c:pt idx="409">
                  <c:v>6</c:v>
                </c:pt>
                <c:pt idx="410">
                  <c:v>7</c:v>
                </c:pt>
                <c:pt idx="411">
                  <c:v>5</c:v>
                </c:pt>
                <c:pt idx="412">
                  <c:v>3</c:v>
                </c:pt>
                <c:pt idx="413">
                  <c:v>3</c:v>
                </c:pt>
                <c:pt idx="414">
                  <c:v>5</c:v>
                </c:pt>
                <c:pt idx="415">
                  <c:v>5</c:v>
                </c:pt>
                <c:pt idx="416">
                  <c:v>6</c:v>
                </c:pt>
                <c:pt idx="417">
                  <c:v>6</c:v>
                </c:pt>
                <c:pt idx="418">
                  <c:v>3</c:v>
                </c:pt>
                <c:pt idx="419">
                  <c:v>3</c:v>
                </c:pt>
                <c:pt idx="420">
                  <c:v>2</c:v>
                </c:pt>
                <c:pt idx="421">
                  <c:v>8</c:v>
                </c:pt>
                <c:pt idx="422">
                  <c:v>4</c:v>
                </c:pt>
                <c:pt idx="423">
                  <c:v>4</c:v>
                </c:pt>
                <c:pt idx="424">
                  <c:v>4</c:v>
                </c:pt>
                <c:pt idx="425">
                  <c:v>8</c:v>
                </c:pt>
                <c:pt idx="426">
                  <c:v>1</c:v>
                </c:pt>
                <c:pt idx="427">
                  <c:v>1</c:v>
                </c:pt>
                <c:pt idx="428">
                  <c:v>6</c:v>
                </c:pt>
                <c:pt idx="429">
                  <c:v>8</c:v>
                </c:pt>
                <c:pt idx="430">
                  <c:v>5</c:v>
                </c:pt>
                <c:pt idx="431">
                  <c:v>7</c:v>
                </c:pt>
                <c:pt idx="432">
                  <c:v>5</c:v>
                </c:pt>
                <c:pt idx="433">
                  <c:v>5</c:v>
                </c:pt>
                <c:pt idx="434">
                  <c:v>4</c:v>
                </c:pt>
                <c:pt idx="435">
                  <c:v>6</c:v>
                </c:pt>
                <c:pt idx="436">
                  <c:v>5</c:v>
                </c:pt>
                <c:pt idx="437">
                  <c:v>7</c:v>
                </c:pt>
                <c:pt idx="438">
                  <c:v>5</c:v>
                </c:pt>
                <c:pt idx="439">
                  <c:v>4</c:v>
                </c:pt>
                <c:pt idx="440">
                  <c:v>3</c:v>
                </c:pt>
                <c:pt idx="441">
                  <c:v>2</c:v>
                </c:pt>
                <c:pt idx="442">
                  <c:v>8</c:v>
                </c:pt>
                <c:pt idx="443">
                  <c:v>6</c:v>
                </c:pt>
                <c:pt idx="444">
                  <c:v>8</c:v>
                </c:pt>
                <c:pt idx="445">
                  <c:v>6</c:v>
                </c:pt>
                <c:pt idx="446">
                  <c:v>5</c:v>
                </c:pt>
                <c:pt idx="447">
                  <c:v>2</c:v>
                </c:pt>
                <c:pt idx="448">
                  <c:v>2</c:v>
                </c:pt>
                <c:pt idx="449">
                  <c:v>5</c:v>
                </c:pt>
                <c:pt idx="450">
                  <c:v>7</c:v>
                </c:pt>
                <c:pt idx="451">
                  <c:v>6</c:v>
                </c:pt>
                <c:pt idx="452">
                  <c:v>7</c:v>
                </c:pt>
                <c:pt idx="453">
                  <c:v>5</c:v>
                </c:pt>
                <c:pt idx="454">
                  <c:v>2</c:v>
                </c:pt>
                <c:pt idx="455">
                  <c:v>3</c:v>
                </c:pt>
                <c:pt idx="456">
                  <c:v>7</c:v>
                </c:pt>
                <c:pt idx="457">
                  <c:v>4</c:v>
                </c:pt>
                <c:pt idx="458">
                  <c:v>6</c:v>
                </c:pt>
                <c:pt idx="459">
                  <c:v>7</c:v>
                </c:pt>
                <c:pt idx="460">
                  <c:v>5</c:v>
                </c:pt>
                <c:pt idx="461">
                  <c:v>4</c:v>
                </c:pt>
                <c:pt idx="462">
                  <c:v>1</c:v>
                </c:pt>
                <c:pt idx="463">
                  <c:v>5</c:v>
                </c:pt>
                <c:pt idx="464">
                  <c:v>8</c:v>
                </c:pt>
                <c:pt idx="465">
                  <c:v>5</c:v>
                </c:pt>
                <c:pt idx="466">
                  <c:v>6</c:v>
                </c:pt>
                <c:pt idx="467">
                  <c:v>4</c:v>
                </c:pt>
                <c:pt idx="468">
                  <c:v>2</c:v>
                </c:pt>
                <c:pt idx="469">
                  <c:v>3</c:v>
                </c:pt>
                <c:pt idx="470">
                  <c:v>7</c:v>
                </c:pt>
                <c:pt idx="471">
                  <c:v>7</c:v>
                </c:pt>
                <c:pt idx="472">
                  <c:v>8</c:v>
                </c:pt>
                <c:pt idx="473">
                  <c:v>7</c:v>
                </c:pt>
                <c:pt idx="474">
                  <c:v>4</c:v>
                </c:pt>
                <c:pt idx="475">
                  <c:v>3</c:v>
                </c:pt>
                <c:pt idx="476">
                  <c:v>2</c:v>
                </c:pt>
                <c:pt idx="477">
                  <c:v>8</c:v>
                </c:pt>
                <c:pt idx="478">
                  <c:v>5</c:v>
                </c:pt>
                <c:pt idx="479">
                  <c:v>4</c:v>
                </c:pt>
                <c:pt idx="480">
                  <c:v>8</c:v>
                </c:pt>
                <c:pt idx="481">
                  <c:v>7</c:v>
                </c:pt>
                <c:pt idx="482">
                  <c:v>1</c:v>
                </c:pt>
                <c:pt idx="483">
                  <c:v>3</c:v>
                </c:pt>
                <c:pt idx="484">
                  <c:v>6</c:v>
                </c:pt>
                <c:pt idx="485">
                  <c:v>6</c:v>
                </c:pt>
                <c:pt idx="486">
                  <c:v>8</c:v>
                </c:pt>
                <c:pt idx="487">
                  <c:v>6</c:v>
                </c:pt>
                <c:pt idx="488">
                  <c:v>5</c:v>
                </c:pt>
                <c:pt idx="489">
                  <c:v>2</c:v>
                </c:pt>
                <c:pt idx="490">
                  <c:v>4</c:v>
                </c:pt>
                <c:pt idx="491">
                  <c:v>5</c:v>
                </c:pt>
                <c:pt idx="492">
                  <c:v>5</c:v>
                </c:pt>
                <c:pt idx="493">
                  <c:v>7</c:v>
                </c:pt>
                <c:pt idx="494">
                  <c:v>8</c:v>
                </c:pt>
                <c:pt idx="495">
                  <c:v>4</c:v>
                </c:pt>
                <c:pt idx="496">
                  <c:v>4</c:v>
                </c:pt>
                <c:pt idx="497">
                  <c:v>1</c:v>
                </c:pt>
                <c:pt idx="498">
                  <c:v>5</c:v>
                </c:pt>
                <c:pt idx="499">
                  <c:v>7</c:v>
                </c:pt>
                <c:pt idx="500">
                  <c:v>6</c:v>
                </c:pt>
                <c:pt idx="501">
                  <c:v>7</c:v>
                </c:pt>
                <c:pt idx="502">
                  <c:v>7</c:v>
                </c:pt>
                <c:pt idx="503">
                  <c:v>4</c:v>
                </c:pt>
                <c:pt idx="504">
                  <c:v>1</c:v>
                </c:pt>
                <c:pt idx="505">
                  <c:v>6</c:v>
                </c:pt>
                <c:pt idx="506">
                  <c:v>8</c:v>
                </c:pt>
                <c:pt idx="507">
                  <c:v>5</c:v>
                </c:pt>
                <c:pt idx="508">
                  <c:v>7</c:v>
                </c:pt>
                <c:pt idx="509">
                  <c:v>7</c:v>
                </c:pt>
                <c:pt idx="510">
                  <c:v>2</c:v>
                </c:pt>
                <c:pt idx="511">
                  <c:v>4</c:v>
                </c:pt>
                <c:pt idx="512">
                  <c:v>7</c:v>
                </c:pt>
                <c:pt idx="513">
                  <c:v>9</c:v>
                </c:pt>
                <c:pt idx="514">
                  <c:v>5</c:v>
                </c:pt>
                <c:pt idx="515">
                  <c:v>7</c:v>
                </c:pt>
                <c:pt idx="516">
                  <c:v>4</c:v>
                </c:pt>
                <c:pt idx="517">
                  <c:v>4</c:v>
                </c:pt>
                <c:pt idx="518">
                  <c:v>4</c:v>
                </c:pt>
                <c:pt idx="519">
                  <c:v>6</c:v>
                </c:pt>
                <c:pt idx="520">
                  <c:v>7</c:v>
                </c:pt>
                <c:pt idx="521">
                  <c:v>7</c:v>
                </c:pt>
                <c:pt idx="522">
                  <c:v>7</c:v>
                </c:pt>
                <c:pt idx="523">
                  <c:v>6</c:v>
                </c:pt>
                <c:pt idx="524">
                  <c:v>4</c:v>
                </c:pt>
                <c:pt idx="525">
                  <c:v>4</c:v>
                </c:pt>
                <c:pt idx="526">
                  <c:v>9</c:v>
                </c:pt>
                <c:pt idx="527">
                  <c:v>7</c:v>
                </c:pt>
                <c:pt idx="528">
                  <c:v>5</c:v>
                </c:pt>
                <c:pt idx="529">
                  <c:v>8</c:v>
                </c:pt>
                <c:pt idx="530">
                  <c:v>6</c:v>
                </c:pt>
                <c:pt idx="531">
                  <c:v>2</c:v>
                </c:pt>
                <c:pt idx="532">
                  <c:v>4</c:v>
                </c:pt>
                <c:pt idx="533">
                  <c:v>8</c:v>
                </c:pt>
                <c:pt idx="534">
                  <c:v>8</c:v>
                </c:pt>
                <c:pt idx="535">
                  <c:v>8</c:v>
                </c:pt>
                <c:pt idx="536">
                  <c:v>6</c:v>
                </c:pt>
                <c:pt idx="537">
                  <c:v>5</c:v>
                </c:pt>
                <c:pt idx="538">
                  <c:v>4</c:v>
                </c:pt>
                <c:pt idx="539">
                  <c:v>3</c:v>
                </c:pt>
                <c:pt idx="540">
                  <c:v>8</c:v>
                </c:pt>
                <c:pt idx="541">
                  <c:v>10</c:v>
                </c:pt>
                <c:pt idx="542">
                  <c:v>10</c:v>
                </c:pt>
                <c:pt idx="543">
                  <c:v>8</c:v>
                </c:pt>
                <c:pt idx="544">
                  <c:v>9</c:v>
                </c:pt>
                <c:pt idx="545">
                  <c:v>3</c:v>
                </c:pt>
                <c:pt idx="546">
                  <c:v>4</c:v>
                </c:pt>
                <c:pt idx="547">
                  <c:v>8</c:v>
                </c:pt>
                <c:pt idx="548">
                  <c:v>8</c:v>
                </c:pt>
                <c:pt idx="549">
                  <c:v>7</c:v>
                </c:pt>
                <c:pt idx="550">
                  <c:v>7</c:v>
                </c:pt>
                <c:pt idx="551">
                  <c:v>9</c:v>
                </c:pt>
                <c:pt idx="552">
                  <c:v>7</c:v>
                </c:pt>
                <c:pt idx="553">
                  <c:v>2</c:v>
                </c:pt>
                <c:pt idx="554">
                  <c:v>9</c:v>
                </c:pt>
                <c:pt idx="555">
                  <c:v>10</c:v>
                </c:pt>
                <c:pt idx="556">
                  <c:v>7</c:v>
                </c:pt>
                <c:pt idx="557">
                  <c:v>8</c:v>
                </c:pt>
                <c:pt idx="558">
                  <c:v>10</c:v>
                </c:pt>
                <c:pt idx="559">
                  <c:v>5</c:v>
                </c:pt>
                <c:pt idx="560">
                  <c:v>3</c:v>
                </c:pt>
                <c:pt idx="561">
                  <c:v>9</c:v>
                </c:pt>
                <c:pt idx="562">
                  <c:v>10</c:v>
                </c:pt>
                <c:pt idx="563">
                  <c:v>9</c:v>
                </c:pt>
                <c:pt idx="564">
                  <c:v>11</c:v>
                </c:pt>
                <c:pt idx="565">
                  <c:v>8</c:v>
                </c:pt>
                <c:pt idx="566">
                  <c:v>6</c:v>
                </c:pt>
                <c:pt idx="567">
                  <c:v>6</c:v>
                </c:pt>
                <c:pt idx="568">
                  <c:v>8</c:v>
                </c:pt>
                <c:pt idx="569">
                  <c:v>9</c:v>
                </c:pt>
                <c:pt idx="570">
                  <c:v>11</c:v>
                </c:pt>
                <c:pt idx="571">
                  <c:v>11</c:v>
                </c:pt>
                <c:pt idx="572">
                  <c:v>8</c:v>
                </c:pt>
                <c:pt idx="573">
                  <c:v>4</c:v>
                </c:pt>
                <c:pt idx="574">
                  <c:v>4</c:v>
                </c:pt>
                <c:pt idx="575">
                  <c:v>12</c:v>
                </c:pt>
                <c:pt idx="576">
                  <c:v>10</c:v>
                </c:pt>
                <c:pt idx="577">
                  <c:v>10</c:v>
                </c:pt>
                <c:pt idx="578">
                  <c:v>8</c:v>
                </c:pt>
                <c:pt idx="579">
                  <c:v>8</c:v>
                </c:pt>
                <c:pt idx="580">
                  <c:v>5</c:v>
                </c:pt>
                <c:pt idx="581">
                  <c:v>5</c:v>
                </c:pt>
                <c:pt idx="582">
                  <c:v>9</c:v>
                </c:pt>
                <c:pt idx="583">
                  <c:v>8</c:v>
                </c:pt>
                <c:pt idx="584">
                  <c:v>10</c:v>
                </c:pt>
                <c:pt idx="585">
                  <c:v>10</c:v>
                </c:pt>
                <c:pt idx="586">
                  <c:v>10</c:v>
                </c:pt>
                <c:pt idx="587">
                  <c:v>7</c:v>
                </c:pt>
                <c:pt idx="588">
                  <c:v>3</c:v>
                </c:pt>
                <c:pt idx="589">
                  <c:v>9</c:v>
                </c:pt>
                <c:pt idx="590">
                  <c:v>9</c:v>
                </c:pt>
                <c:pt idx="591">
                  <c:v>8</c:v>
                </c:pt>
                <c:pt idx="592">
                  <c:v>10</c:v>
                </c:pt>
                <c:pt idx="593">
                  <c:v>9</c:v>
                </c:pt>
                <c:pt idx="594">
                  <c:v>6</c:v>
                </c:pt>
                <c:pt idx="595">
                  <c:v>5</c:v>
                </c:pt>
                <c:pt idx="596">
                  <c:v>10</c:v>
                </c:pt>
                <c:pt idx="597">
                  <c:v>11</c:v>
                </c:pt>
                <c:pt idx="598">
                  <c:v>10</c:v>
                </c:pt>
                <c:pt idx="599">
                  <c:v>8</c:v>
                </c:pt>
                <c:pt idx="600">
                  <c:v>10</c:v>
                </c:pt>
                <c:pt idx="601">
                  <c:v>3</c:v>
                </c:pt>
                <c:pt idx="602">
                  <c:v>6</c:v>
                </c:pt>
                <c:pt idx="603">
                  <c:v>12</c:v>
                </c:pt>
                <c:pt idx="604">
                  <c:v>11</c:v>
                </c:pt>
                <c:pt idx="605">
                  <c:v>8</c:v>
                </c:pt>
                <c:pt idx="606">
                  <c:v>9</c:v>
                </c:pt>
                <c:pt idx="607">
                  <c:v>10</c:v>
                </c:pt>
                <c:pt idx="608">
                  <c:v>6</c:v>
                </c:pt>
                <c:pt idx="609">
                  <c:v>3</c:v>
                </c:pt>
                <c:pt idx="610">
                  <c:v>11</c:v>
                </c:pt>
                <c:pt idx="611">
                  <c:v>9</c:v>
                </c:pt>
                <c:pt idx="612">
                  <c:v>9</c:v>
                </c:pt>
                <c:pt idx="613">
                  <c:v>7</c:v>
                </c:pt>
                <c:pt idx="614">
                  <c:v>10</c:v>
                </c:pt>
                <c:pt idx="615">
                  <c:v>3</c:v>
                </c:pt>
                <c:pt idx="616">
                  <c:v>6</c:v>
                </c:pt>
                <c:pt idx="617">
                  <c:v>12</c:v>
                </c:pt>
                <c:pt idx="618">
                  <c:v>10</c:v>
                </c:pt>
                <c:pt idx="619">
                  <c:v>9</c:v>
                </c:pt>
                <c:pt idx="620">
                  <c:v>9</c:v>
                </c:pt>
                <c:pt idx="621">
                  <c:v>9</c:v>
                </c:pt>
                <c:pt idx="622">
                  <c:v>4</c:v>
                </c:pt>
                <c:pt idx="623">
                  <c:v>2</c:v>
                </c:pt>
                <c:pt idx="624">
                  <c:v>8</c:v>
                </c:pt>
                <c:pt idx="625">
                  <c:v>9</c:v>
                </c:pt>
                <c:pt idx="626">
                  <c:v>10</c:v>
                </c:pt>
                <c:pt idx="627">
                  <c:v>10</c:v>
                </c:pt>
                <c:pt idx="628">
                  <c:v>7</c:v>
                </c:pt>
                <c:pt idx="629">
                  <c:v>5</c:v>
                </c:pt>
                <c:pt idx="630">
                  <c:v>5</c:v>
                </c:pt>
                <c:pt idx="631">
                  <c:v>11</c:v>
                </c:pt>
                <c:pt idx="632">
                  <c:v>10</c:v>
                </c:pt>
                <c:pt idx="633">
                  <c:v>7</c:v>
                </c:pt>
                <c:pt idx="634">
                  <c:v>10</c:v>
                </c:pt>
                <c:pt idx="635">
                  <c:v>9</c:v>
                </c:pt>
                <c:pt idx="636">
                  <c:v>3</c:v>
                </c:pt>
                <c:pt idx="637">
                  <c:v>3</c:v>
                </c:pt>
                <c:pt idx="638">
                  <c:v>8</c:v>
                </c:pt>
                <c:pt idx="639">
                  <c:v>8</c:v>
                </c:pt>
                <c:pt idx="640">
                  <c:v>9</c:v>
                </c:pt>
                <c:pt idx="641">
                  <c:v>8</c:v>
                </c:pt>
                <c:pt idx="642">
                  <c:v>9</c:v>
                </c:pt>
                <c:pt idx="643">
                  <c:v>4</c:v>
                </c:pt>
                <c:pt idx="644">
                  <c:v>2</c:v>
                </c:pt>
                <c:pt idx="645">
                  <c:v>10</c:v>
                </c:pt>
                <c:pt idx="646">
                  <c:v>9</c:v>
                </c:pt>
                <c:pt idx="647">
                  <c:v>9</c:v>
                </c:pt>
                <c:pt idx="648">
                  <c:v>7</c:v>
                </c:pt>
                <c:pt idx="649">
                  <c:v>6</c:v>
                </c:pt>
                <c:pt idx="650">
                  <c:v>5</c:v>
                </c:pt>
                <c:pt idx="651">
                  <c:v>2</c:v>
                </c:pt>
                <c:pt idx="652">
                  <c:v>8</c:v>
                </c:pt>
                <c:pt idx="653">
                  <c:v>6</c:v>
                </c:pt>
                <c:pt idx="654">
                  <c:v>9</c:v>
                </c:pt>
                <c:pt idx="655">
                  <c:v>9</c:v>
                </c:pt>
                <c:pt idx="656">
                  <c:v>5</c:v>
                </c:pt>
                <c:pt idx="657">
                  <c:v>6</c:v>
                </c:pt>
                <c:pt idx="658">
                  <c:v>3</c:v>
                </c:pt>
                <c:pt idx="659">
                  <c:v>6</c:v>
                </c:pt>
                <c:pt idx="660">
                  <c:v>6</c:v>
                </c:pt>
                <c:pt idx="661">
                  <c:v>7</c:v>
                </c:pt>
                <c:pt idx="662">
                  <c:v>7</c:v>
                </c:pt>
                <c:pt idx="663">
                  <c:v>7</c:v>
                </c:pt>
                <c:pt idx="664">
                  <c:v>2</c:v>
                </c:pt>
                <c:pt idx="665">
                  <c:v>2</c:v>
                </c:pt>
                <c:pt idx="666">
                  <c:v>9</c:v>
                </c:pt>
                <c:pt idx="667">
                  <c:v>5</c:v>
                </c:pt>
                <c:pt idx="668">
                  <c:v>7</c:v>
                </c:pt>
                <c:pt idx="669">
                  <c:v>8</c:v>
                </c:pt>
                <c:pt idx="670">
                  <c:v>7</c:v>
                </c:pt>
                <c:pt idx="671">
                  <c:v>5</c:v>
                </c:pt>
                <c:pt idx="672">
                  <c:v>1</c:v>
                </c:pt>
                <c:pt idx="673">
                  <c:v>5</c:v>
                </c:pt>
                <c:pt idx="674">
                  <c:v>5</c:v>
                </c:pt>
                <c:pt idx="675">
                  <c:v>5</c:v>
                </c:pt>
                <c:pt idx="676">
                  <c:v>8</c:v>
                </c:pt>
                <c:pt idx="677">
                  <c:v>4</c:v>
                </c:pt>
                <c:pt idx="678">
                  <c:v>1</c:v>
                </c:pt>
                <c:pt idx="679">
                  <c:v>1</c:v>
                </c:pt>
                <c:pt idx="680">
                  <c:v>4</c:v>
                </c:pt>
                <c:pt idx="681">
                  <c:v>8</c:v>
                </c:pt>
                <c:pt idx="682">
                  <c:v>7</c:v>
                </c:pt>
                <c:pt idx="683">
                  <c:v>5</c:v>
                </c:pt>
                <c:pt idx="684">
                  <c:v>4</c:v>
                </c:pt>
                <c:pt idx="685">
                  <c:v>1</c:v>
                </c:pt>
                <c:pt idx="686">
                  <c:v>1</c:v>
                </c:pt>
                <c:pt idx="687">
                  <c:v>6</c:v>
                </c:pt>
                <c:pt idx="688">
                  <c:v>5</c:v>
                </c:pt>
                <c:pt idx="689">
                  <c:v>6</c:v>
                </c:pt>
                <c:pt idx="690">
                  <c:v>7</c:v>
                </c:pt>
                <c:pt idx="691">
                  <c:v>5</c:v>
                </c:pt>
                <c:pt idx="692">
                  <c:v>2</c:v>
                </c:pt>
                <c:pt idx="693">
                  <c:v>4</c:v>
                </c:pt>
                <c:pt idx="694">
                  <c:v>7</c:v>
                </c:pt>
                <c:pt idx="695">
                  <c:v>7</c:v>
                </c:pt>
                <c:pt idx="696">
                  <c:v>7</c:v>
                </c:pt>
                <c:pt idx="697">
                  <c:v>7</c:v>
                </c:pt>
                <c:pt idx="698">
                  <c:v>8</c:v>
                </c:pt>
                <c:pt idx="699">
                  <c:v>3</c:v>
                </c:pt>
                <c:pt idx="700">
                  <c:v>2</c:v>
                </c:pt>
                <c:pt idx="701">
                  <c:v>6</c:v>
                </c:pt>
                <c:pt idx="702">
                  <c:v>6</c:v>
                </c:pt>
                <c:pt idx="703">
                  <c:v>7</c:v>
                </c:pt>
                <c:pt idx="704">
                  <c:v>6</c:v>
                </c:pt>
                <c:pt idx="705">
                  <c:v>6</c:v>
                </c:pt>
                <c:pt idx="706">
                  <c:v>5</c:v>
                </c:pt>
                <c:pt idx="707">
                  <c:v>2</c:v>
                </c:pt>
                <c:pt idx="708">
                  <c:v>8</c:v>
                </c:pt>
                <c:pt idx="709">
                  <c:v>7</c:v>
                </c:pt>
                <c:pt idx="710">
                  <c:v>5</c:v>
                </c:pt>
                <c:pt idx="711">
                  <c:v>7</c:v>
                </c:pt>
                <c:pt idx="712">
                  <c:v>7</c:v>
                </c:pt>
                <c:pt idx="713">
                  <c:v>5</c:v>
                </c:pt>
                <c:pt idx="714">
                  <c:v>1</c:v>
                </c:pt>
                <c:pt idx="715">
                  <c:v>4</c:v>
                </c:pt>
                <c:pt idx="716">
                  <c:v>6</c:v>
                </c:pt>
                <c:pt idx="717">
                  <c:v>4</c:v>
                </c:pt>
                <c:pt idx="718">
                  <c:v>7</c:v>
                </c:pt>
                <c:pt idx="719">
                  <c:v>6</c:v>
                </c:pt>
                <c:pt idx="720">
                  <c:v>1</c:v>
                </c:pt>
                <c:pt idx="721">
                  <c:v>2</c:v>
                </c:pt>
                <c:pt idx="722">
                  <c:v>5</c:v>
                </c:pt>
                <c:pt idx="723">
                  <c:v>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7-day average</c:v>
                </c:pt>
              </c:strCache>
            </c:strRef>
          </c:tx>
          <c:spPr>
            <a:solidFill>
              <a:srgbClr val="0A5DB4"/>
            </a:solidFill>
            <a:ln w="25400" cap="flat">
              <a:solidFill>
                <a:srgbClr val="0A5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A5DB4"/>
              </a:solidFill>
              <a:ln w="9525" cap="flat">
                <a:solidFill>
                  <a:srgbClr val="0A5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Sheet1!$A$2:$A$725</c:f>
              <c:multiLvlStrCache>
                <c:ptCount val="724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>Apr 24</c:v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>Jul 24</c:v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  <c:pt idx="264">
                    <c:v/>
                  </c:pt>
                  <c:pt idx="265">
                    <c:v/>
                  </c:pt>
                  <c:pt idx="266">
                    <c:v/>
                  </c:pt>
                  <c:pt idx="267">
                    <c:v/>
                  </c:pt>
                  <c:pt idx="268">
                    <c:v>Oct 24</c:v>
                  </c:pt>
                  <c:pt idx="269">
                    <c:v/>
                  </c:pt>
                  <c:pt idx="270">
                    <c:v/>
                  </c:pt>
                  <c:pt idx="271">
                    <c:v/>
                  </c:pt>
                  <c:pt idx="272">
                    <c:v/>
                  </c:pt>
                  <c:pt idx="273">
                    <c:v/>
                  </c:pt>
                  <c:pt idx="274">
                    <c:v/>
                  </c:pt>
                  <c:pt idx="275">
                    <c:v/>
                  </c:pt>
                  <c:pt idx="276">
                    <c:v/>
                  </c:pt>
                  <c:pt idx="277">
                    <c:v/>
                  </c:pt>
                  <c:pt idx="278">
                    <c:v/>
                  </c:pt>
                  <c:pt idx="279">
                    <c:v/>
                  </c:pt>
                  <c:pt idx="280">
                    <c:v/>
                  </c:pt>
                  <c:pt idx="281">
                    <c:v/>
                  </c:pt>
                  <c:pt idx="282">
                    <c:v/>
                  </c:pt>
                  <c:pt idx="283">
                    <c:v/>
                  </c:pt>
                  <c:pt idx="284">
                    <c:v/>
                  </c:pt>
                  <c:pt idx="285">
                    <c:v/>
                  </c:pt>
                  <c:pt idx="286">
                    <c:v/>
                  </c:pt>
                  <c:pt idx="287">
                    <c:v/>
                  </c:pt>
                  <c:pt idx="288">
                    <c:v/>
                  </c:pt>
                  <c:pt idx="289">
                    <c:v/>
                  </c:pt>
                  <c:pt idx="290">
                    <c:v/>
                  </c:pt>
                  <c:pt idx="291">
                    <c:v/>
                  </c:pt>
                  <c:pt idx="292">
                    <c:v/>
                  </c:pt>
                  <c:pt idx="293">
                    <c:v/>
                  </c:pt>
                  <c:pt idx="294">
                    <c:v/>
                  </c:pt>
                  <c:pt idx="295">
                    <c:v/>
                  </c:pt>
                  <c:pt idx="296">
                    <c:v/>
                  </c:pt>
                  <c:pt idx="297">
                    <c:v/>
                  </c:pt>
                  <c:pt idx="298">
                    <c:v/>
                  </c:pt>
                  <c:pt idx="299">
                    <c:v/>
                  </c:pt>
                  <c:pt idx="300">
                    <c:v/>
                  </c:pt>
                  <c:pt idx="301">
                    <c:v/>
                  </c:pt>
                  <c:pt idx="302">
                    <c:v/>
                  </c:pt>
                  <c:pt idx="303">
                    <c:v/>
                  </c:pt>
                  <c:pt idx="304">
                    <c:v/>
                  </c:pt>
                  <c:pt idx="305">
                    <c:v/>
                  </c:pt>
                  <c:pt idx="306">
                    <c:v/>
                  </c:pt>
                  <c:pt idx="307">
                    <c:v/>
                  </c:pt>
                  <c:pt idx="308">
                    <c:v/>
                  </c:pt>
                  <c:pt idx="309">
                    <c:v/>
                  </c:pt>
                  <c:pt idx="310">
                    <c:v/>
                  </c:pt>
                  <c:pt idx="311">
                    <c:v/>
                  </c:pt>
                  <c:pt idx="312">
                    <c:v/>
                  </c:pt>
                  <c:pt idx="313">
                    <c:v/>
                  </c:pt>
                  <c:pt idx="314">
                    <c:v/>
                  </c:pt>
                  <c:pt idx="315">
                    <c:v/>
                  </c:pt>
                  <c:pt idx="316">
                    <c:v/>
                  </c:pt>
                  <c:pt idx="317">
                    <c:v/>
                  </c:pt>
                  <c:pt idx="318">
                    <c:v/>
                  </c:pt>
                  <c:pt idx="319">
                    <c:v/>
                  </c:pt>
                  <c:pt idx="320">
                    <c:v/>
                  </c:pt>
                  <c:pt idx="321">
                    <c:v/>
                  </c:pt>
                  <c:pt idx="322">
                    <c:v/>
                  </c:pt>
                  <c:pt idx="323">
                    <c:v/>
                  </c:pt>
                  <c:pt idx="324">
                    <c:v/>
                  </c:pt>
                  <c:pt idx="325">
                    <c:v/>
                  </c:pt>
                  <c:pt idx="326">
                    <c:v/>
                  </c:pt>
                  <c:pt idx="327">
                    <c:v/>
                  </c:pt>
                  <c:pt idx="328">
                    <c:v/>
                  </c:pt>
                  <c:pt idx="329">
                    <c:v/>
                  </c:pt>
                  <c:pt idx="330">
                    <c:v/>
                  </c:pt>
                  <c:pt idx="331">
                    <c:v/>
                  </c:pt>
                  <c:pt idx="332">
                    <c:v/>
                  </c:pt>
                  <c:pt idx="333">
                    <c:v/>
                  </c:pt>
                  <c:pt idx="334">
                    <c:v/>
                  </c:pt>
                  <c:pt idx="335">
                    <c:v/>
                  </c:pt>
                  <c:pt idx="336">
                    <c:v/>
                  </c:pt>
                  <c:pt idx="337">
                    <c:v/>
                  </c:pt>
                  <c:pt idx="338">
                    <c:v/>
                  </c:pt>
                  <c:pt idx="339">
                    <c:v/>
                  </c:pt>
                  <c:pt idx="340">
                    <c:v/>
                  </c:pt>
                  <c:pt idx="341">
                    <c:v/>
                  </c:pt>
                  <c:pt idx="342">
                    <c:v/>
                  </c:pt>
                  <c:pt idx="343">
                    <c:v/>
                  </c:pt>
                  <c:pt idx="344">
                    <c:v/>
                  </c:pt>
                  <c:pt idx="345">
                    <c:v/>
                  </c:pt>
                  <c:pt idx="346">
                    <c:v/>
                  </c:pt>
                  <c:pt idx="347">
                    <c:v/>
                  </c:pt>
                  <c:pt idx="348">
                    <c:v/>
                  </c:pt>
                  <c:pt idx="349">
                    <c:v/>
                  </c:pt>
                  <c:pt idx="350">
                    <c:v/>
                  </c:pt>
                  <c:pt idx="351">
                    <c:v/>
                  </c:pt>
                  <c:pt idx="352">
                    <c:v/>
                  </c:pt>
                  <c:pt idx="353">
                    <c:v/>
                  </c:pt>
                  <c:pt idx="354">
                    <c:v/>
                  </c:pt>
                  <c:pt idx="355">
                    <c:v/>
                  </c:pt>
                  <c:pt idx="356">
                    <c:v/>
                  </c:pt>
                  <c:pt idx="357">
                    <c:v/>
                  </c:pt>
                  <c:pt idx="358">
                    <c:v/>
                  </c:pt>
                  <c:pt idx="359">
                    <c:v/>
                  </c:pt>
                  <c:pt idx="360">
                    <c:v>Jan 25</c:v>
                  </c:pt>
                  <c:pt idx="361">
                    <c:v/>
                  </c:pt>
                  <c:pt idx="362">
                    <c:v/>
                  </c:pt>
                  <c:pt idx="363">
                    <c:v/>
                  </c:pt>
                  <c:pt idx="364">
                    <c:v/>
                  </c:pt>
                  <c:pt idx="365">
                    <c:v/>
                  </c:pt>
                  <c:pt idx="366">
                    <c:v/>
                  </c:pt>
                  <c:pt idx="367">
                    <c:v/>
                  </c:pt>
                  <c:pt idx="368">
                    <c:v/>
                  </c:pt>
                  <c:pt idx="369">
                    <c:v/>
                  </c:pt>
                  <c:pt idx="370">
                    <c:v/>
                  </c:pt>
                  <c:pt idx="371">
                    <c:v/>
                  </c:pt>
                  <c:pt idx="372">
                    <c:v/>
                  </c:pt>
                  <c:pt idx="373">
                    <c:v/>
                  </c:pt>
                  <c:pt idx="374">
                    <c:v/>
                  </c:pt>
                  <c:pt idx="375">
                    <c:v/>
                  </c:pt>
                  <c:pt idx="376">
                    <c:v/>
                  </c:pt>
                  <c:pt idx="377">
                    <c:v/>
                  </c:pt>
                  <c:pt idx="378">
                    <c:v/>
                  </c:pt>
                  <c:pt idx="379">
                    <c:v/>
                  </c:pt>
                  <c:pt idx="380">
                    <c:v/>
                  </c:pt>
                  <c:pt idx="381">
                    <c:v/>
                  </c:pt>
                  <c:pt idx="382">
                    <c:v/>
                  </c:pt>
                  <c:pt idx="383">
                    <c:v/>
                  </c:pt>
                  <c:pt idx="384">
                    <c:v/>
                  </c:pt>
                  <c:pt idx="385">
                    <c:v/>
                  </c:pt>
                  <c:pt idx="386">
                    <c:v/>
                  </c:pt>
                  <c:pt idx="387">
                    <c:v/>
                  </c:pt>
                  <c:pt idx="388">
                    <c:v/>
                  </c:pt>
                  <c:pt idx="389">
                    <c:v/>
                  </c:pt>
                  <c:pt idx="390">
                    <c:v/>
                  </c:pt>
                  <c:pt idx="391">
                    <c:v/>
                  </c:pt>
                  <c:pt idx="392">
                    <c:v/>
                  </c:pt>
                  <c:pt idx="393">
                    <c:v/>
                  </c:pt>
                  <c:pt idx="394">
                    <c:v/>
                  </c:pt>
                  <c:pt idx="395">
                    <c:v/>
                  </c:pt>
                  <c:pt idx="396">
                    <c:v/>
                  </c:pt>
                  <c:pt idx="397">
                    <c:v/>
                  </c:pt>
                  <c:pt idx="398">
                    <c:v/>
                  </c:pt>
                  <c:pt idx="399">
                    <c:v/>
                  </c:pt>
                  <c:pt idx="400">
                    <c:v/>
                  </c:pt>
                  <c:pt idx="401">
                    <c:v/>
                  </c:pt>
                  <c:pt idx="402">
                    <c:v/>
                  </c:pt>
                  <c:pt idx="403">
                    <c:v/>
                  </c:pt>
                  <c:pt idx="404">
                    <c:v/>
                  </c:pt>
                  <c:pt idx="405">
                    <c:v/>
                  </c:pt>
                  <c:pt idx="406">
                    <c:v/>
                  </c:pt>
                  <c:pt idx="407">
                    <c:v/>
                  </c:pt>
                  <c:pt idx="408">
                    <c:v/>
                  </c:pt>
                  <c:pt idx="409">
                    <c:v/>
                  </c:pt>
                  <c:pt idx="410">
                    <c:v/>
                  </c:pt>
                  <c:pt idx="411">
                    <c:v/>
                  </c:pt>
                  <c:pt idx="412">
                    <c:v/>
                  </c:pt>
                  <c:pt idx="413">
                    <c:v/>
                  </c:pt>
                  <c:pt idx="414">
                    <c:v/>
                  </c:pt>
                  <c:pt idx="415">
                    <c:v/>
                  </c:pt>
                  <c:pt idx="416">
                    <c:v/>
                  </c:pt>
                  <c:pt idx="417">
                    <c:v/>
                  </c:pt>
                  <c:pt idx="418">
                    <c:v/>
                  </c:pt>
                  <c:pt idx="419">
                    <c:v/>
                  </c:pt>
                  <c:pt idx="420">
                    <c:v/>
                  </c:pt>
                  <c:pt idx="421">
                    <c:v/>
                  </c:pt>
                  <c:pt idx="422">
                    <c:v/>
                  </c:pt>
                  <c:pt idx="423">
                    <c:v/>
                  </c:pt>
                  <c:pt idx="424">
                    <c:v/>
                  </c:pt>
                  <c:pt idx="425">
                    <c:v/>
                  </c:pt>
                  <c:pt idx="426">
                    <c:v/>
                  </c:pt>
                  <c:pt idx="427">
                    <c:v/>
                  </c:pt>
                  <c:pt idx="428">
                    <c:v/>
                  </c:pt>
                  <c:pt idx="429">
                    <c:v/>
                  </c:pt>
                  <c:pt idx="430">
                    <c:v/>
                  </c:pt>
                  <c:pt idx="431">
                    <c:v/>
                  </c:pt>
                  <c:pt idx="432">
                    <c:v/>
                  </c:pt>
                  <c:pt idx="433">
                    <c:v/>
                  </c:pt>
                  <c:pt idx="434">
                    <c:v/>
                  </c:pt>
                  <c:pt idx="435">
                    <c:v/>
                  </c:pt>
                  <c:pt idx="436">
                    <c:v/>
                  </c:pt>
                  <c:pt idx="437">
                    <c:v/>
                  </c:pt>
                  <c:pt idx="438">
                    <c:v/>
                  </c:pt>
                  <c:pt idx="439">
                    <c:v/>
                  </c:pt>
                  <c:pt idx="440">
                    <c:v/>
                  </c:pt>
                  <c:pt idx="441">
                    <c:v/>
                  </c:pt>
                  <c:pt idx="442">
                    <c:v/>
                  </c:pt>
                  <c:pt idx="443">
                    <c:v/>
                  </c:pt>
                  <c:pt idx="444">
                    <c:v/>
                  </c:pt>
                  <c:pt idx="445">
                    <c:v/>
                  </c:pt>
                  <c:pt idx="446">
                    <c:v/>
                  </c:pt>
                  <c:pt idx="447">
                    <c:v/>
                  </c:pt>
                  <c:pt idx="448">
                    <c:v/>
                  </c:pt>
                  <c:pt idx="449">
                    <c:v/>
                  </c:pt>
                  <c:pt idx="450">
                    <c:v>Apr 25</c:v>
                  </c:pt>
                  <c:pt idx="451">
                    <c:v/>
                  </c:pt>
                  <c:pt idx="452">
                    <c:v/>
                  </c:pt>
                  <c:pt idx="453">
                    <c:v/>
                  </c:pt>
                  <c:pt idx="454">
                    <c:v/>
                  </c:pt>
                  <c:pt idx="455">
                    <c:v/>
                  </c:pt>
                  <c:pt idx="456">
                    <c:v/>
                  </c:pt>
                  <c:pt idx="457">
                    <c:v/>
                  </c:pt>
                  <c:pt idx="458">
                    <c:v/>
                  </c:pt>
                  <c:pt idx="459">
                    <c:v/>
                  </c:pt>
                  <c:pt idx="460">
                    <c:v/>
                  </c:pt>
                  <c:pt idx="461">
                    <c:v/>
                  </c:pt>
                  <c:pt idx="462">
                    <c:v/>
                  </c:pt>
                  <c:pt idx="463">
                    <c:v/>
                  </c:pt>
                  <c:pt idx="464">
                    <c:v/>
                  </c:pt>
                  <c:pt idx="465">
                    <c:v/>
                  </c:pt>
                  <c:pt idx="466">
                    <c:v/>
                  </c:pt>
                  <c:pt idx="467">
                    <c:v/>
                  </c:pt>
                  <c:pt idx="468">
                    <c:v/>
                  </c:pt>
                  <c:pt idx="469">
                    <c:v/>
                  </c:pt>
                  <c:pt idx="470">
                    <c:v/>
                  </c:pt>
                  <c:pt idx="471">
                    <c:v/>
                  </c:pt>
                  <c:pt idx="472">
                    <c:v/>
                  </c:pt>
                  <c:pt idx="473">
                    <c:v/>
                  </c:pt>
                  <c:pt idx="474">
                    <c:v/>
                  </c:pt>
                  <c:pt idx="475">
                    <c:v/>
                  </c:pt>
                  <c:pt idx="476">
                    <c:v/>
                  </c:pt>
                  <c:pt idx="477">
                    <c:v/>
                  </c:pt>
                  <c:pt idx="478">
                    <c:v/>
                  </c:pt>
                  <c:pt idx="479">
                    <c:v/>
                  </c:pt>
                  <c:pt idx="480">
                    <c:v/>
                  </c:pt>
                  <c:pt idx="481">
                    <c:v/>
                  </c:pt>
                  <c:pt idx="482">
                    <c:v/>
                  </c:pt>
                  <c:pt idx="483">
                    <c:v/>
                  </c:pt>
                  <c:pt idx="484">
                    <c:v/>
                  </c:pt>
                  <c:pt idx="485">
                    <c:v/>
                  </c:pt>
                  <c:pt idx="486">
                    <c:v/>
                  </c:pt>
                  <c:pt idx="487">
                    <c:v/>
                  </c:pt>
                  <c:pt idx="488">
                    <c:v/>
                  </c:pt>
                  <c:pt idx="489">
                    <c:v/>
                  </c:pt>
                  <c:pt idx="490">
                    <c:v/>
                  </c:pt>
                  <c:pt idx="491">
                    <c:v/>
                  </c:pt>
                  <c:pt idx="492">
                    <c:v/>
                  </c:pt>
                  <c:pt idx="493">
                    <c:v/>
                  </c:pt>
                  <c:pt idx="494">
                    <c:v/>
                  </c:pt>
                  <c:pt idx="495">
                    <c:v/>
                  </c:pt>
                  <c:pt idx="496">
                    <c:v/>
                  </c:pt>
                  <c:pt idx="497">
                    <c:v/>
                  </c:pt>
                  <c:pt idx="498">
                    <c:v/>
                  </c:pt>
                  <c:pt idx="499">
                    <c:v/>
                  </c:pt>
                  <c:pt idx="500">
                    <c:v/>
                  </c:pt>
                  <c:pt idx="501">
                    <c:v/>
                  </c:pt>
                  <c:pt idx="502">
                    <c:v/>
                  </c:pt>
                  <c:pt idx="503">
                    <c:v/>
                  </c:pt>
                  <c:pt idx="504">
                    <c:v/>
                  </c:pt>
                  <c:pt idx="505">
                    <c:v/>
                  </c:pt>
                  <c:pt idx="506">
                    <c:v/>
                  </c:pt>
                  <c:pt idx="507">
                    <c:v/>
                  </c:pt>
                  <c:pt idx="508">
                    <c:v/>
                  </c:pt>
                  <c:pt idx="509">
                    <c:v/>
                  </c:pt>
                  <c:pt idx="510">
                    <c:v/>
                  </c:pt>
                  <c:pt idx="511">
                    <c:v/>
                  </c:pt>
                  <c:pt idx="512">
                    <c:v/>
                  </c:pt>
                  <c:pt idx="513">
                    <c:v/>
                  </c:pt>
                  <c:pt idx="514">
                    <c:v/>
                  </c:pt>
                  <c:pt idx="515">
                    <c:v/>
                  </c:pt>
                  <c:pt idx="516">
                    <c:v/>
                  </c:pt>
                  <c:pt idx="517">
                    <c:v/>
                  </c:pt>
                  <c:pt idx="518">
                    <c:v/>
                  </c:pt>
                  <c:pt idx="519">
                    <c:v/>
                  </c:pt>
                  <c:pt idx="520">
                    <c:v/>
                  </c:pt>
                  <c:pt idx="521">
                    <c:v/>
                  </c:pt>
                  <c:pt idx="522">
                    <c:v/>
                  </c:pt>
                  <c:pt idx="523">
                    <c:v/>
                  </c:pt>
                  <c:pt idx="524">
                    <c:v/>
                  </c:pt>
                  <c:pt idx="525">
                    <c:v/>
                  </c:pt>
                  <c:pt idx="526">
                    <c:v/>
                  </c:pt>
                  <c:pt idx="527">
                    <c:v/>
                  </c:pt>
                  <c:pt idx="528">
                    <c:v/>
                  </c:pt>
                  <c:pt idx="529">
                    <c:v/>
                  </c:pt>
                  <c:pt idx="530">
                    <c:v/>
                  </c:pt>
                  <c:pt idx="531">
                    <c:v/>
                  </c:pt>
                  <c:pt idx="532">
                    <c:v/>
                  </c:pt>
                  <c:pt idx="533">
                    <c:v/>
                  </c:pt>
                  <c:pt idx="534">
                    <c:v/>
                  </c:pt>
                  <c:pt idx="535">
                    <c:v/>
                  </c:pt>
                  <c:pt idx="536">
                    <c:v/>
                  </c:pt>
                  <c:pt idx="537">
                    <c:v/>
                  </c:pt>
                  <c:pt idx="538">
                    <c:v/>
                  </c:pt>
                  <c:pt idx="539">
                    <c:v/>
                  </c:pt>
                  <c:pt idx="540">
                    <c:v/>
                  </c:pt>
                  <c:pt idx="541">
                    <c:v>Jul 25</c:v>
                  </c:pt>
                  <c:pt idx="542">
                    <c:v/>
                  </c:pt>
                  <c:pt idx="543">
                    <c:v/>
                  </c:pt>
                  <c:pt idx="544">
                    <c:v/>
                  </c:pt>
                  <c:pt idx="545">
                    <c:v/>
                  </c:pt>
                  <c:pt idx="546">
                    <c:v/>
                  </c:pt>
                  <c:pt idx="547">
                    <c:v/>
                  </c:pt>
                  <c:pt idx="548">
                    <c:v/>
                  </c:pt>
                  <c:pt idx="549">
                    <c:v/>
                  </c:pt>
                  <c:pt idx="550">
                    <c:v/>
                  </c:pt>
                  <c:pt idx="551">
                    <c:v/>
                  </c:pt>
                  <c:pt idx="552">
                    <c:v/>
                  </c:pt>
                  <c:pt idx="553">
                    <c:v/>
                  </c:pt>
                  <c:pt idx="554">
                    <c:v/>
                  </c:pt>
                  <c:pt idx="555">
                    <c:v/>
                  </c:pt>
                  <c:pt idx="556">
                    <c:v/>
                  </c:pt>
                  <c:pt idx="557">
                    <c:v/>
                  </c:pt>
                  <c:pt idx="558">
                    <c:v/>
                  </c:pt>
                  <c:pt idx="559">
                    <c:v/>
                  </c:pt>
                  <c:pt idx="560">
                    <c:v/>
                  </c:pt>
                  <c:pt idx="561">
                    <c:v/>
                  </c:pt>
                  <c:pt idx="562">
                    <c:v/>
                  </c:pt>
                  <c:pt idx="563">
                    <c:v/>
                  </c:pt>
                  <c:pt idx="564">
                    <c:v/>
                  </c:pt>
                  <c:pt idx="565">
                    <c:v/>
                  </c:pt>
                  <c:pt idx="566">
                    <c:v/>
                  </c:pt>
                  <c:pt idx="567">
                    <c:v/>
                  </c:pt>
                  <c:pt idx="568">
                    <c:v/>
                  </c:pt>
                  <c:pt idx="569">
                    <c:v/>
                  </c:pt>
                  <c:pt idx="570">
                    <c:v/>
                  </c:pt>
                  <c:pt idx="571">
                    <c:v/>
                  </c:pt>
                  <c:pt idx="572">
                    <c:v/>
                  </c:pt>
                  <c:pt idx="573">
                    <c:v/>
                  </c:pt>
                  <c:pt idx="574">
                    <c:v/>
                  </c:pt>
                  <c:pt idx="575">
                    <c:v/>
                  </c:pt>
                  <c:pt idx="576">
                    <c:v/>
                  </c:pt>
                  <c:pt idx="577">
                    <c:v/>
                  </c:pt>
                  <c:pt idx="578">
                    <c:v/>
                  </c:pt>
                  <c:pt idx="579">
                    <c:v/>
                  </c:pt>
                  <c:pt idx="580">
                    <c:v/>
                  </c:pt>
                  <c:pt idx="581">
                    <c:v/>
                  </c:pt>
                  <c:pt idx="582">
                    <c:v/>
                  </c:pt>
                  <c:pt idx="583">
                    <c:v/>
                  </c:pt>
                  <c:pt idx="584">
                    <c:v/>
                  </c:pt>
                  <c:pt idx="585">
                    <c:v/>
                  </c:pt>
                  <c:pt idx="586">
                    <c:v/>
                  </c:pt>
                  <c:pt idx="587">
                    <c:v/>
                  </c:pt>
                  <c:pt idx="588">
                    <c:v/>
                  </c:pt>
                  <c:pt idx="589">
                    <c:v/>
                  </c:pt>
                  <c:pt idx="590">
                    <c:v/>
                  </c:pt>
                  <c:pt idx="591">
                    <c:v/>
                  </c:pt>
                  <c:pt idx="592">
                    <c:v/>
                  </c:pt>
                  <c:pt idx="593">
                    <c:v/>
                  </c:pt>
                  <c:pt idx="594">
                    <c:v/>
                  </c:pt>
                  <c:pt idx="595">
                    <c:v/>
                  </c:pt>
                  <c:pt idx="596">
                    <c:v/>
                  </c:pt>
                  <c:pt idx="597">
                    <c:v/>
                  </c:pt>
                  <c:pt idx="598">
                    <c:v/>
                  </c:pt>
                  <c:pt idx="599">
                    <c:v/>
                  </c:pt>
                  <c:pt idx="600">
                    <c:v/>
                  </c:pt>
                  <c:pt idx="601">
                    <c:v/>
                  </c:pt>
                  <c:pt idx="602">
                    <c:v/>
                  </c:pt>
                  <c:pt idx="603">
                    <c:v/>
                  </c:pt>
                  <c:pt idx="604">
                    <c:v/>
                  </c:pt>
                  <c:pt idx="605">
                    <c:v/>
                  </c:pt>
                  <c:pt idx="606">
                    <c:v/>
                  </c:pt>
                  <c:pt idx="607">
                    <c:v/>
                  </c:pt>
                  <c:pt idx="608">
                    <c:v/>
                  </c:pt>
                  <c:pt idx="609">
                    <c:v/>
                  </c:pt>
                  <c:pt idx="610">
                    <c:v/>
                  </c:pt>
                  <c:pt idx="611">
                    <c:v/>
                  </c:pt>
                  <c:pt idx="612">
                    <c:v/>
                  </c:pt>
                  <c:pt idx="613">
                    <c:v/>
                  </c:pt>
                  <c:pt idx="614">
                    <c:v/>
                  </c:pt>
                  <c:pt idx="615">
                    <c:v/>
                  </c:pt>
                  <c:pt idx="616">
                    <c:v/>
                  </c:pt>
                  <c:pt idx="617">
                    <c:v/>
                  </c:pt>
                  <c:pt idx="618">
                    <c:v/>
                  </c:pt>
                  <c:pt idx="619">
                    <c:v/>
                  </c:pt>
                  <c:pt idx="620">
                    <c:v/>
                  </c:pt>
                  <c:pt idx="621">
                    <c:v/>
                  </c:pt>
                  <c:pt idx="622">
                    <c:v/>
                  </c:pt>
                  <c:pt idx="623">
                    <c:v/>
                  </c:pt>
                  <c:pt idx="624">
                    <c:v/>
                  </c:pt>
                  <c:pt idx="625">
                    <c:v/>
                  </c:pt>
                  <c:pt idx="626">
                    <c:v/>
                  </c:pt>
                  <c:pt idx="627">
                    <c:v/>
                  </c:pt>
                  <c:pt idx="628">
                    <c:v/>
                  </c:pt>
                  <c:pt idx="629">
                    <c:v/>
                  </c:pt>
                  <c:pt idx="630">
                    <c:v/>
                  </c:pt>
                  <c:pt idx="631">
                    <c:v/>
                  </c:pt>
                  <c:pt idx="632">
                    <c:v/>
                  </c:pt>
                  <c:pt idx="633">
                    <c:v>Oct 25</c:v>
                  </c:pt>
                  <c:pt idx="634">
                    <c:v/>
                  </c:pt>
                  <c:pt idx="635">
                    <c:v/>
                  </c:pt>
                  <c:pt idx="636">
                    <c:v/>
                  </c:pt>
                  <c:pt idx="637">
                    <c:v/>
                  </c:pt>
                  <c:pt idx="638">
                    <c:v/>
                  </c:pt>
                  <c:pt idx="639">
                    <c:v/>
                  </c:pt>
                  <c:pt idx="640">
                    <c:v/>
                  </c:pt>
                  <c:pt idx="641">
                    <c:v/>
                  </c:pt>
                  <c:pt idx="642">
                    <c:v/>
                  </c:pt>
                  <c:pt idx="643">
                    <c:v/>
                  </c:pt>
                  <c:pt idx="644">
                    <c:v/>
                  </c:pt>
                  <c:pt idx="645">
                    <c:v/>
                  </c:pt>
                  <c:pt idx="646">
                    <c:v/>
                  </c:pt>
                  <c:pt idx="647">
                    <c:v/>
                  </c:pt>
                  <c:pt idx="648">
                    <c:v/>
                  </c:pt>
                  <c:pt idx="649">
                    <c:v/>
                  </c:pt>
                  <c:pt idx="650">
                    <c:v/>
                  </c:pt>
                  <c:pt idx="651">
                    <c:v/>
                  </c:pt>
                  <c:pt idx="652">
                    <c:v/>
                  </c:pt>
                  <c:pt idx="653">
                    <c:v/>
                  </c:pt>
                  <c:pt idx="654">
                    <c:v/>
                  </c:pt>
                  <c:pt idx="655">
                    <c:v/>
                  </c:pt>
                  <c:pt idx="656">
                    <c:v/>
                  </c:pt>
                  <c:pt idx="657">
                    <c:v/>
                  </c:pt>
                  <c:pt idx="658">
                    <c:v/>
                  </c:pt>
                  <c:pt idx="659">
                    <c:v/>
                  </c:pt>
                  <c:pt idx="660">
                    <c:v/>
                  </c:pt>
                  <c:pt idx="661">
                    <c:v/>
                  </c:pt>
                  <c:pt idx="662">
                    <c:v/>
                  </c:pt>
                  <c:pt idx="663">
                    <c:v/>
                  </c:pt>
                  <c:pt idx="664">
                    <c:v/>
                  </c:pt>
                  <c:pt idx="665">
                    <c:v/>
                  </c:pt>
                  <c:pt idx="666">
                    <c:v/>
                  </c:pt>
                  <c:pt idx="667">
                    <c:v/>
                  </c:pt>
                  <c:pt idx="668">
                    <c:v/>
                  </c:pt>
                  <c:pt idx="669">
                    <c:v/>
                  </c:pt>
                  <c:pt idx="670">
                    <c:v/>
                  </c:pt>
                  <c:pt idx="671">
                    <c:v/>
                  </c:pt>
                  <c:pt idx="672">
                    <c:v/>
                  </c:pt>
                  <c:pt idx="673">
                    <c:v/>
                  </c:pt>
                  <c:pt idx="674">
                    <c:v/>
                  </c:pt>
                  <c:pt idx="675">
                    <c:v/>
                  </c:pt>
                  <c:pt idx="676">
                    <c:v/>
                  </c:pt>
                  <c:pt idx="677">
                    <c:v/>
                  </c:pt>
                  <c:pt idx="678">
                    <c:v/>
                  </c:pt>
                  <c:pt idx="679">
                    <c:v/>
                  </c:pt>
                  <c:pt idx="680">
                    <c:v/>
                  </c:pt>
                  <c:pt idx="681">
                    <c:v/>
                  </c:pt>
                  <c:pt idx="682">
                    <c:v/>
                  </c:pt>
                  <c:pt idx="683">
                    <c:v/>
                  </c:pt>
                  <c:pt idx="684">
                    <c:v/>
                  </c:pt>
                  <c:pt idx="685">
                    <c:v/>
                  </c:pt>
                  <c:pt idx="686">
                    <c:v/>
                  </c:pt>
                  <c:pt idx="687">
                    <c:v/>
                  </c:pt>
                  <c:pt idx="688">
                    <c:v/>
                  </c:pt>
                  <c:pt idx="689">
                    <c:v/>
                  </c:pt>
                  <c:pt idx="690">
                    <c:v/>
                  </c:pt>
                  <c:pt idx="691">
                    <c:v/>
                  </c:pt>
                  <c:pt idx="692">
                    <c:v/>
                  </c:pt>
                  <c:pt idx="693">
                    <c:v/>
                  </c:pt>
                  <c:pt idx="694">
                    <c:v/>
                  </c:pt>
                  <c:pt idx="695">
                    <c:v/>
                  </c:pt>
                  <c:pt idx="696">
                    <c:v/>
                  </c:pt>
                  <c:pt idx="697">
                    <c:v/>
                  </c:pt>
                  <c:pt idx="698">
                    <c:v/>
                  </c:pt>
                  <c:pt idx="699">
                    <c:v/>
                  </c:pt>
                  <c:pt idx="700">
                    <c:v/>
                  </c:pt>
                  <c:pt idx="701">
                    <c:v/>
                  </c:pt>
                  <c:pt idx="702">
                    <c:v/>
                  </c:pt>
                  <c:pt idx="703">
                    <c:v/>
                  </c:pt>
                  <c:pt idx="704">
                    <c:v/>
                  </c:pt>
                  <c:pt idx="705">
                    <c:v/>
                  </c:pt>
                  <c:pt idx="706">
                    <c:v/>
                  </c:pt>
                  <c:pt idx="707">
                    <c:v/>
                  </c:pt>
                  <c:pt idx="708">
                    <c:v/>
                  </c:pt>
                  <c:pt idx="709">
                    <c:v/>
                  </c:pt>
                  <c:pt idx="710">
                    <c:v/>
                  </c:pt>
                  <c:pt idx="711">
                    <c:v/>
                  </c:pt>
                  <c:pt idx="712">
                    <c:v/>
                  </c:pt>
                  <c:pt idx="713">
                    <c:v/>
                  </c:pt>
                  <c:pt idx="714">
                    <c:v/>
                  </c:pt>
                  <c:pt idx="715">
                    <c:v/>
                  </c:pt>
                  <c:pt idx="716">
                    <c:v/>
                  </c:pt>
                  <c:pt idx="717">
                    <c:v/>
                  </c:pt>
                  <c:pt idx="718">
                    <c:v/>
                  </c:pt>
                  <c:pt idx="719">
                    <c:v/>
                  </c:pt>
                  <c:pt idx="720">
                    <c:v/>
                  </c:pt>
                  <c:pt idx="721">
                    <c:v/>
                  </c:pt>
                  <c:pt idx="722">
                    <c:v/>
                  </c:pt>
                  <c:pt idx="723">
                    <c:v/>
                  </c:pt>
                </c:lvl>
              </c:multiLvlStrCache>
            </c:multiLvlStrRef>
          </c:cat>
          <c:val>
            <c:numRef>
              <c:f>Sheet1!$C$2:$C$725</c:f>
              <c:numCache>
                <c:formatCode>General</c:formatCode>
                <c:ptCount val="724"/>
                <c:pt idx="0">
                  <c:v>5.14</c:v>
                </c:pt>
                <c:pt idx="1">
                  <c:v>5</c:v>
                </c:pt>
                <c:pt idx="2">
                  <c:v>5.14</c:v>
                </c:pt>
                <c:pt idx="3">
                  <c:v>5.43</c:v>
                </c:pt>
                <c:pt idx="4">
                  <c:v>5.57</c:v>
                </c:pt>
                <c:pt idx="5">
                  <c:v>5</c:v>
                </c:pt>
                <c:pt idx="6">
                  <c:v>4.86</c:v>
                </c:pt>
                <c:pt idx="7">
                  <c:v>4.57</c:v>
                </c:pt>
                <c:pt idx="8">
                  <c:v>4.57</c:v>
                </c:pt>
                <c:pt idx="9">
                  <c:v>4.57</c:v>
                </c:pt>
                <c:pt idx="10">
                  <c:v>4.43</c:v>
                </c:pt>
                <c:pt idx="11">
                  <c:v>4.57</c:v>
                </c:pt>
                <c:pt idx="12">
                  <c:v>4.71</c:v>
                </c:pt>
                <c:pt idx="13">
                  <c:v>4.86</c:v>
                </c:pt>
                <c:pt idx="14">
                  <c:v>5.29</c:v>
                </c:pt>
                <c:pt idx="15">
                  <c:v>5.29</c:v>
                </c:pt>
                <c:pt idx="16">
                  <c:v>5.43</c:v>
                </c:pt>
                <c:pt idx="17">
                  <c:v>5.57</c:v>
                </c:pt>
                <c:pt idx="18">
                  <c:v>5.29</c:v>
                </c:pt>
                <c:pt idx="19">
                  <c:v>5.57</c:v>
                </c:pt>
                <c:pt idx="20">
                  <c:v>5.57</c:v>
                </c:pt>
                <c:pt idx="21">
                  <c:v>5.29</c:v>
                </c:pt>
                <c:pt idx="22">
                  <c:v>4.86</c:v>
                </c:pt>
                <c:pt idx="23">
                  <c:v>4.43</c:v>
                </c:pt>
                <c:pt idx="24">
                  <c:v>4.14</c:v>
                </c:pt>
                <c:pt idx="25">
                  <c:v>4.43</c:v>
                </c:pt>
                <c:pt idx="26">
                  <c:v>4.29</c:v>
                </c:pt>
                <c:pt idx="27">
                  <c:v>4.57</c:v>
                </c:pt>
                <c:pt idx="28">
                  <c:v>4.86</c:v>
                </c:pt>
                <c:pt idx="29">
                  <c:v>5.29</c:v>
                </c:pt>
                <c:pt idx="30">
                  <c:v>5.43</c:v>
                </c:pt>
                <c:pt idx="31">
                  <c:v>5.71</c:v>
                </c:pt>
                <c:pt idx="32">
                  <c:v>5.57</c:v>
                </c:pt>
                <c:pt idx="33">
                  <c:v>5.86</c:v>
                </c:pt>
                <c:pt idx="34">
                  <c:v>5.86</c:v>
                </c:pt>
                <c:pt idx="35">
                  <c:v>5.71</c:v>
                </c:pt>
                <c:pt idx="36">
                  <c:v>5.71</c:v>
                </c:pt>
                <c:pt idx="37">
                  <c:v>5.57</c:v>
                </c:pt>
                <c:pt idx="38">
                  <c:v>5.57</c:v>
                </c:pt>
                <c:pt idx="39">
                  <c:v>5.57</c:v>
                </c:pt>
                <c:pt idx="40">
                  <c:v>5.29</c:v>
                </c:pt>
                <c:pt idx="41">
                  <c:v>5</c:v>
                </c:pt>
                <c:pt idx="42">
                  <c:v>5.14</c:v>
                </c:pt>
                <c:pt idx="43">
                  <c:v>4.71</c:v>
                </c:pt>
                <c:pt idx="44">
                  <c:v>5</c:v>
                </c:pt>
                <c:pt idx="45">
                  <c:v>5</c:v>
                </c:pt>
                <c:pt idx="46">
                  <c:v>5</c:v>
                </c:pt>
                <c:pt idx="47">
                  <c:v>5.14</c:v>
                </c:pt>
                <c:pt idx="48">
                  <c:v>5.57</c:v>
                </c:pt>
                <c:pt idx="49">
                  <c:v>5.43</c:v>
                </c:pt>
                <c:pt idx="50">
                  <c:v>5.57</c:v>
                </c:pt>
                <c:pt idx="51">
                  <c:v>5.29</c:v>
                </c:pt>
                <c:pt idx="52">
                  <c:v>4.86</c:v>
                </c:pt>
                <c:pt idx="53">
                  <c:v>5</c:v>
                </c:pt>
                <c:pt idx="54">
                  <c:v>4.71</c:v>
                </c:pt>
                <c:pt idx="55">
                  <c:v>4.57</c:v>
                </c:pt>
                <c:pt idx="56">
                  <c:v>4.86</c:v>
                </c:pt>
                <c:pt idx="57">
                  <c:v>5.29</c:v>
                </c:pt>
                <c:pt idx="58">
                  <c:v>5.29</c:v>
                </c:pt>
                <c:pt idx="59">
                  <c:v>5.71</c:v>
                </c:pt>
                <c:pt idx="60">
                  <c:v>5.71</c:v>
                </c:pt>
                <c:pt idx="61">
                  <c:v>6</c:v>
                </c:pt>
                <c:pt idx="62">
                  <c:v>6.14</c:v>
                </c:pt>
                <c:pt idx="63">
                  <c:v>5.57</c:v>
                </c:pt>
                <c:pt idx="64">
                  <c:v>5.43</c:v>
                </c:pt>
                <c:pt idx="65">
                  <c:v>5.71</c:v>
                </c:pt>
                <c:pt idx="66">
                  <c:v>5.71</c:v>
                </c:pt>
                <c:pt idx="67">
                  <c:v>5.29</c:v>
                </c:pt>
                <c:pt idx="68">
                  <c:v>5.29</c:v>
                </c:pt>
                <c:pt idx="69">
                  <c:v>4.86</c:v>
                </c:pt>
                <c:pt idx="70">
                  <c:v>4.86</c:v>
                </c:pt>
                <c:pt idx="71">
                  <c:v>4.71</c:v>
                </c:pt>
                <c:pt idx="72">
                  <c:v>4.43</c:v>
                </c:pt>
                <c:pt idx="73">
                  <c:v>4.29</c:v>
                </c:pt>
                <c:pt idx="74">
                  <c:v>4.43</c:v>
                </c:pt>
                <c:pt idx="75">
                  <c:v>4.43</c:v>
                </c:pt>
                <c:pt idx="76">
                  <c:v>4.43</c:v>
                </c:pt>
                <c:pt idx="77">
                  <c:v>4.57</c:v>
                </c:pt>
                <c:pt idx="78">
                  <c:v>4.43</c:v>
                </c:pt>
                <c:pt idx="79">
                  <c:v>4.43</c:v>
                </c:pt>
                <c:pt idx="80">
                  <c:v>4.57</c:v>
                </c:pt>
                <c:pt idx="81">
                  <c:v>4.57</c:v>
                </c:pt>
                <c:pt idx="82">
                  <c:v>4.29</c:v>
                </c:pt>
                <c:pt idx="83">
                  <c:v>4.57</c:v>
                </c:pt>
                <c:pt idx="84">
                  <c:v>4.43</c:v>
                </c:pt>
                <c:pt idx="85">
                  <c:v>4.71</c:v>
                </c:pt>
                <c:pt idx="86">
                  <c:v>5</c:v>
                </c:pt>
                <c:pt idx="87">
                  <c:v>4.71</c:v>
                </c:pt>
                <c:pt idx="88">
                  <c:v>4.86</c:v>
                </c:pt>
                <c:pt idx="89">
                  <c:v>5.14</c:v>
                </c:pt>
                <c:pt idx="90">
                  <c:v>5.14</c:v>
                </c:pt>
                <c:pt idx="91">
                  <c:v>5.43</c:v>
                </c:pt>
                <c:pt idx="92">
                  <c:v>5.14</c:v>
                </c:pt>
                <c:pt idx="93">
                  <c:v>5</c:v>
                </c:pt>
                <c:pt idx="94">
                  <c:v>5</c:v>
                </c:pt>
                <c:pt idx="95">
                  <c:v>4.86</c:v>
                </c:pt>
                <c:pt idx="96">
                  <c:v>5</c:v>
                </c:pt>
                <c:pt idx="97">
                  <c:v>5.14</c:v>
                </c:pt>
                <c:pt idx="98">
                  <c:v>5</c:v>
                </c:pt>
                <c:pt idx="99">
                  <c:v>5</c:v>
                </c:pt>
                <c:pt idx="100">
                  <c:v>5.14</c:v>
                </c:pt>
                <c:pt idx="101">
                  <c:v>5.29</c:v>
                </c:pt>
                <c:pt idx="102">
                  <c:v>5.71</c:v>
                </c:pt>
                <c:pt idx="103">
                  <c:v>5.57</c:v>
                </c:pt>
                <c:pt idx="104">
                  <c:v>5.14</c:v>
                </c:pt>
                <c:pt idx="105">
                  <c:v>5.14</c:v>
                </c:pt>
                <c:pt idx="106">
                  <c:v>5.43</c:v>
                </c:pt>
                <c:pt idx="107">
                  <c:v>5.57</c:v>
                </c:pt>
                <c:pt idx="108">
                  <c:v>5.43</c:v>
                </c:pt>
                <c:pt idx="109">
                  <c:v>5.14</c:v>
                </c:pt>
                <c:pt idx="110">
                  <c:v>5.29</c:v>
                </c:pt>
                <c:pt idx="111">
                  <c:v>5.57</c:v>
                </c:pt>
                <c:pt idx="112">
                  <c:v>5.86</c:v>
                </c:pt>
                <c:pt idx="113">
                  <c:v>5.71</c:v>
                </c:pt>
                <c:pt idx="114">
                  <c:v>5.29</c:v>
                </c:pt>
                <c:pt idx="115">
                  <c:v>5.57</c:v>
                </c:pt>
                <c:pt idx="116">
                  <c:v>5.29</c:v>
                </c:pt>
                <c:pt idx="117">
                  <c:v>4.86</c:v>
                </c:pt>
                <c:pt idx="118">
                  <c:v>4.71</c:v>
                </c:pt>
                <c:pt idx="119">
                  <c:v>4.29</c:v>
                </c:pt>
                <c:pt idx="120">
                  <c:v>4.43</c:v>
                </c:pt>
                <c:pt idx="121">
                  <c:v>4.57</c:v>
                </c:pt>
                <c:pt idx="122">
                  <c:v>4.43</c:v>
                </c:pt>
                <c:pt idx="123">
                  <c:v>4.57</c:v>
                </c:pt>
                <c:pt idx="124">
                  <c:v>4.86</c:v>
                </c:pt>
                <c:pt idx="125">
                  <c:v>4.57</c:v>
                </c:pt>
                <c:pt idx="126">
                  <c:v>5</c:v>
                </c:pt>
                <c:pt idx="127">
                  <c:v>4.57</c:v>
                </c:pt>
                <c:pt idx="128">
                  <c:v>4.86</c:v>
                </c:pt>
                <c:pt idx="129">
                  <c:v>4.57</c:v>
                </c:pt>
                <c:pt idx="130">
                  <c:v>4.86</c:v>
                </c:pt>
                <c:pt idx="131">
                  <c:v>4.57</c:v>
                </c:pt>
                <c:pt idx="132">
                  <c:v>5</c:v>
                </c:pt>
                <c:pt idx="133">
                  <c:v>4.57</c:v>
                </c:pt>
                <c:pt idx="134">
                  <c:v>4.71</c:v>
                </c:pt>
                <c:pt idx="135">
                  <c:v>4.71</c:v>
                </c:pt>
                <c:pt idx="136">
                  <c:v>5</c:v>
                </c:pt>
                <c:pt idx="137">
                  <c:v>5</c:v>
                </c:pt>
                <c:pt idx="138">
                  <c:v>5</c:v>
                </c:pt>
                <c:pt idx="139">
                  <c:v>4.71</c:v>
                </c:pt>
                <c:pt idx="140">
                  <c:v>5.29</c:v>
                </c:pt>
                <c:pt idx="141">
                  <c:v>5.43</c:v>
                </c:pt>
                <c:pt idx="142">
                  <c:v>5</c:v>
                </c:pt>
                <c:pt idx="143">
                  <c:v>4.86</c:v>
                </c:pt>
                <c:pt idx="144">
                  <c:v>4.57</c:v>
                </c:pt>
                <c:pt idx="145">
                  <c:v>4.86</c:v>
                </c:pt>
                <c:pt idx="146">
                  <c:v>4.86</c:v>
                </c:pt>
                <c:pt idx="147">
                  <c:v>4.71</c:v>
                </c:pt>
                <c:pt idx="148">
                  <c:v>4.57</c:v>
                </c:pt>
                <c:pt idx="149">
                  <c:v>4.71</c:v>
                </c:pt>
                <c:pt idx="150">
                  <c:v>4.71</c:v>
                </c:pt>
                <c:pt idx="151">
                  <c:v>4.86</c:v>
                </c:pt>
                <c:pt idx="152">
                  <c:v>4.86</c:v>
                </c:pt>
                <c:pt idx="153">
                  <c:v>5</c:v>
                </c:pt>
                <c:pt idx="154">
                  <c:v>5</c:v>
                </c:pt>
                <c:pt idx="155">
                  <c:v>5.57</c:v>
                </c:pt>
                <c:pt idx="156">
                  <c:v>5.57</c:v>
                </c:pt>
                <c:pt idx="157">
                  <c:v>5.71</c:v>
                </c:pt>
                <c:pt idx="158">
                  <c:v>5.71</c:v>
                </c:pt>
                <c:pt idx="159">
                  <c:v>5.71</c:v>
                </c:pt>
                <c:pt idx="160">
                  <c:v>5.71</c:v>
                </c:pt>
                <c:pt idx="161">
                  <c:v>5.43</c:v>
                </c:pt>
                <c:pt idx="162">
                  <c:v>5.14</c:v>
                </c:pt>
                <c:pt idx="163">
                  <c:v>5.14</c:v>
                </c:pt>
                <c:pt idx="164">
                  <c:v>5.29</c:v>
                </c:pt>
                <c:pt idx="165">
                  <c:v>5.57</c:v>
                </c:pt>
                <c:pt idx="166">
                  <c:v>5.57</c:v>
                </c:pt>
                <c:pt idx="167">
                  <c:v>5.71</c:v>
                </c:pt>
                <c:pt idx="168">
                  <c:v>6.14</c:v>
                </c:pt>
                <c:pt idx="169">
                  <c:v>6.57</c:v>
                </c:pt>
                <c:pt idx="170">
                  <c:v>7</c:v>
                </c:pt>
                <c:pt idx="171">
                  <c:v>7</c:v>
                </c:pt>
                <c:pt idx="172">
                  <c:v>6.86</c:v>
                </c:pt>
                <c:pt idx="173">
                  <c:v>7.29</c:v>
                </c:pt>
                <c:pt idx="174">
                  <c:v>7.29</c:v>
                </c:pt>
                <c:pt idx="175">
                  <c:v>7.29</c:v>
                </c:pt>
                <c:pt idx="176">
                  <c:v>6.86</c:v>
                </c:pt>
                <c:pt idx="177">
                  <c:v>6.71</c:v>
                </c:pt>
                <c:pt idx="178">
                  <c:v>7</c:v>
                </c:pt>
                <c:pt idx="179">
                  <c:v>7.43</c:v>
                </c:pt>
                <c:pt idx="180">
                  <c:v>7.43</c:v>
                </c:pt>
                <c:pt idx="181">
                  <c:v>7.57</c:v>
                </c:pt>
                <c:pt idx="182">
                  <c:v>7.43</c:v>
                </c:pt>
                <c:pt idx="183">
                  <c:v>8</c:v>
                </c:pt>
                <c:pt idx="184">
                  <c:v>8.14</c:v>
                </c:pt>
                <c:pt idx="185">
                  <c:v>8</c:v>
                </c:pt>
                <c:pt idx="186">
                  <c:v>7.57</c:v>
                </c:pt>
                <c:pt idx="187">
                  <c:v>7.43</c:v>
                </c:pt>
                <c:pt idx="188">
                  <c:v>7.14</c:v>
                </c:pt>
                <c:pt idx="189">
                  <c:v>7.43</c:v>
                </c:pt>
                <c:pt idx="190">
                  <c:v>6.86</c:v>
                </c:pt>
                <c:pt idx="191">
                  <c:v>7.14</c:v>
                </c:pt>
                <c:pt idx="192">
                  <c:v>7.57</c:v>
                </c:pt>
                <c:pt idx="193">
                  <c:v>8</c:v>
                </c:pt>
                <c:pt idx="194">
                  <c:v>7.86</c:v>
                </c:pt>
                <c:pt idx="195">
                  <c:v>8.29</c:v>
                </c:pt>
                <c:pt idx="196">
                  <c:v>8.29</c:v>
                </c:pt>
                <c:pt idx="197">
                  <c:v>8.43</c:v>
                </c:pt>
                <c:pt idx="198">
                  <c:v>8</c:v>
                </c:pt>
                <c:pt idx="199">
                  <c:v>7.86</c:v>
                </c:pt>
                <c:pt idx="200">
                  <c:v>7.86</c:v>
                </c:pt>
                <c:pt idx="201">
                  <c:v>8</c:v>
                </c:pt>
                <c:pt idx="202">
                  <c:v>7.57</c:v>
                </c:pt>
                <c:pt idx="203">
                  <c:v>7.29</c:v>
                </c:pt>
                <c:pt idx="204">
                  <c:v>7.86</c:v>
                </c:pt>
                <c:pt idx="205">
                  <c:v>7.86</c:v>
                </c:pt>
                <c:pt idx="206">
                  <c:v>7.57</c:v>
                </c:pt>
                <c:pt idx="207">
                  <c:v>7.71</c:v>
                </c:pt>
                <c:pt idx="208">
                  <c:v>7.86</c:v>
                </c:pt>
                <c:pt idx="209">
                  <c:v>8.43</c:v>
                </c:pt>
                <c:pt idx="210">
                  <c:v>8.57</c:v>
                </c:pt>
                <c:pt idx="211">
                  <c:v>8.57</c:v>
                </c:pt>
                <c:pt idx="212">
                  <c:v>8.86</c:v>
                </c:pt>
                <c:pt idx="213">
                  <c:v>8.86</c:v>
                </c:pt>
                <c:pt idx="214">
                  <c:v>8.57</c:v>
                </c:pt>
                <c:pt idx="215">
                  <c:v>8.86</c:v>
                </c:pt>
                <c:pt idx="216">
                  <c:v>8.71</c:v>
                </c:pt>
                <c:pt idx="217">
                  <c:v>8.71</c:v>
                </c:pt>
                <c:pt idx="218">
                  <c:v>8.29</c:v>
                </c:pt>
                <c:pt idx="219">
                  <c:v>8.57</c:v>
                </c:pt>
                <c:pt idx="220">
                  <c:v>8.86</c:v>
                </c:pt>
                <c:pt idx="221">
                  <c:v>8.86</c:v>
                </c:pt>
                <c:pt idx="222">
                  <c:v>8.71</c:v>
                </c:pt>
                <c:pt idx="223">
                  <c:v>8.71</c:v>
                </c:pt>
                <c:pt idx="224">
                  <c:v>8.43</c:v>
                </c:pt>
                <c:pt idx="225">
                  <c:v>8.57</c:v>
                </c:pt>
                <c:pt idx="226">
                  <c:v>8.29</c:v>
                </c:pt>
                <c:pt idx="227">
                  <c:v>8.14</c:v>
                </c:pt>
                <c:pt idx="228">
                  <c:v>8.43</c:v>
                </c:pt>
                <c:pt idx="229">
                  <c:v>8.29</c:v>
                </c:pt>
                <c:pt idx="230">
                  <c:v>8.14</c:v>
                </c:pt>
                <c:pt idx="231">
                  <c:v>8.14</c:v>
                </c:pt>
                <c:pt idx="232">
                  <c:v>8.14</c:v>
                </c:pt>
                <c:pt idx="233">
                  <c:v>8.14</c:v>
                </c:pt>
                <c:pt idx="234">
                  <c:v>8</c:v>
                </c:pt>
                <c:pt idx="235">
                  <c:v>8</c:v>
                </c:pt>
                <c:pt idx="236">
                  <c:v>7.86</c:v>
                </c:pt>
                <c:pt idx="237">
                  <c:v>7.86</c:v>
                </c:pt>
                <c:pt idx="238">
                  <c:v>8</c:v>
                </c:pt>
                <c:pt idx="239">
                  <c:v>8.29</c:v>
                </c:pt>
                <c:pt idx="240">
                  <c:v>8</c:v>
                </c:pt>
                <c:pt idx="241">
                  <c:v>8</c:v>
                </c:pt>
                <c:pt idx="242">
                  <c:v>7.71</c:v>
                </c:pt>
                <c:pt idx="243">
                  <c:v>7.71</c:v>
                </c:pt>
                <c:pt idx="244">
                  <c:v>7.57</c:v>
                </c:pt>
                <c:pt idx="245">
                  <c:v>7.43</c:v>
                </c:pt>
                <c:pt idx="246">
                  <c:v>7</c:v>
                </c:pt>
                <c:pt idx="247">
                  <c:v>7.29</c:v>
                </c:pt>
                <c:pt idx="248">
                  <c:v>7.43</c:v>
                </c:pt>
                <c:pt idx="249">
                  <c:v>7.57</c:v>
                </c:pt>
                <c:pt idx="250">
                  <c:v>7.43</c:v>
                </c:pt>
                <c:pt idx="251">
                  <c:v>7.29</c:v>
                </c:pt>
                <c:pt idx="252">
                  <c:v>7.57</c:v>
                </c:pt>
                <c:pt idx="253">
                  <c:v>7.86</c:v>
                </c:pt>
                <c:pt idx="254">
                  <c:v>7.71</c:v>
                </c:pt>
                <c:pt idx="255">
                  <c:v>7.57</c:v>
                </c:pt>
                <c:pt idx="256">
                  <c:v>7.43</c:v>
                </c:pt>
                <c:pt idx="257">
                  <c:v>7.29</c:v>
                </c:pt>
                <c:pt idx="258">
                  <c:v>7.71</c:v>
                </c:pt>
                <c:pt idx="259">
                  <c:v>7.71</c:v>
                </c:pt>
                <c:pt idx="260">
                  <c:v>7.71</c:v>
                </c:pt>
                <c:pt idx="261">
                  <c:v>7.57</c:v>
                </c:pt>
                <c:pt idx="262">
                  <c:v>7.86</c:v>
                </c:pt>
                <c:pt idx="263">
                  <c:v>7.57</c:v>
                </c:pt>
                <c:pt idx="264">
                  <c:v>8.14</c:v>
                </c:pt>
                <c:pt idx="265">
                  <c:v>7.71</c:v>
                </c:pt>
                <c:pt idx="266">
                  <c:v>7.71</c:v>
                </c:pt>
                <c:pt idx="267">
                  <c:v>7.71</c:v>
                </c:pt>
                <c:pt idx="268">
                  <c:v>7.86</c:v>
                </c:pt>
                <c:pt idx="269">
                  <c:v>7.86</c:v>
                </c:pt>
                <c:pt idx="270">
                  <c:v>8.14</c:v>
                </c:pt>
                <c:pt idx="271">
                  <c:v>7.57</c:v>
                </c:pt>
                <c:pt idx="272">
                  <c:v>7.86</c:v>
                </c:pt>
                <c:pt idx="273">
                  <c:v>7.43</c:v>
                </c:pt>
                <c:pt idx="274">
                  <c:v>6.86</c:v>
                </c:pt>
                <c:pt idx="275">
                  <c:v>6.86</c:v>
                </c:pt>
                <c:pt idx="276">
                  <c:v>6.57</c:v>
                </c:pt>
                <c:pt idx="277">
                  <c:v>6.43</c:v>
                </c:pt>
                <c:pt idx="278">
                  <c:v>6.57</c:v>
                </c:pt>
                <c:pt idx="279">
                  <c:v>6.29</c:v>
                </c:pt>
                <c:pt idx="280">
                  <c:v>6.29</c:v>
                </c:pt>
                <c:pt idx="281">
                  <c:v>6.57</c:v>
                </c:pt>
                <c:pt idx="282">
                  <c:v>6.71</c:v>
                </c:pt>
                <c:pt idx="283">
                  <c:v>6.86</c:v>
                </c:pt>
                <c:pt idx="284">
                  <c:v>6.86</c:v>
                </c:pt>
                <c:pt idx="285">
                  <c:v>7</c:v>
                </c:pt>
                <c:pt idx="286">
                  <c:v>6.86</c:v>
                </c:pt>
                <c:pt idx="287">
                  <c:v>7</c:v>
                </c:pt>
                <c:pt idx="288">
                  <c:v>6.57</c:v>
                </c:pt>
                <c:pt idx="289">
                  <c:v>6.29</c:v>
                </c:pt>
                <c:pt idx="290">
                  <c:v>5.86</c:v>
                </c:pt>
                <c:pt idx="291">
                  <c:v>5.71</c:v>
                </c:pt>
                <c:pt idx="292">
                  <c:v>5.57</c:v>
                </c:pt>
                <c:pt idx="293">
                  <c:v>6</c:v>
                </c:pt>
                <c:pt idx="294">
                  <c:v>5.86</c:v>
                </c:pt>
                <c:pt idx="295">
                  <c:v>5.71</c:v>
                </c:pt>
                <c:pt idx="296">
                  <c:v>5.86</c:v>
                </c:pt>
                <c:pt idx="297">
                  <c:v>6</c:v>
                </c:pt>
                <c:pt idx="298">
                  <c:v>5.86</c:v>
                </c:pt>
                <c:pt idx="299">
                  <c:v>5.86</c:v>
                </c:pt>
                <c:pt idx="300">
                  <c:v>5.71</c:v>
                </c:pt>
                <c:pt idx="301">
                  <c:v>6.14</c:v>
                </c:pt>
                <c:pt idx="302">
                  <c:v>6.14</c:v>
                </c:pt>
                <c:pt idx="303">
                  <c:v>5.86</c:v>
                </c:pt>
                <c:pt idx="304">
                  <c:v>5.57</c:v>
                </c:pt>
                <c:pt idx="305">
                  <c:v>5.43</c:v>
                </c:pt>
                <c:pt idx="306">
                  <c:v>5.57</c:v>
                </c:pt>
                <c:pt idx="307">
                  <c:v>5.57</c:v>
                </c:pt>
                <c:pt idx="308">
                  <c:v>5.57</c:v>
                </c:pt>
                <c:pt idx="309">
                  <c:v>5.57</c:v>
                </c:pt>
                <c:pt idx="310">
                  <c:v>5.71</c:v>
                </c:pt>
                <c:pt idx="311">
                  <c:v>5.57</c:v>
                </c:pt>
                <c:pt idx="312">
                  <c:v>5.57</c:v>
                </c:pt>
                <c:pt idx="313">
                  <c:v>5.57</c:v>
                </c:pt>
                <c:pt idx="314">
                  <c:v>5.57</c:v>
                </c:pt>
                <c:pt idx="315">
                  <c:v>5.14</c:v>
                </c:pt>
                <c:pt idx="316">
                  <c:v>5.29</c:v>
                </c:pt>
                <c:pt idx="317">
                  <c:v>5.29</c:v>
                </c:pt>
                <c:pt idx="318">
                  <c:v>5.86</c:v>
                </c:pt>
                <c:pt idx="319">
                  <c:v>6</c:v>
                </c:pt>
                <c:pt idx="320">
                  <c:v>6</c:v>
                </c:pt>
                <c:pt idx="321">
                  <c:v>5.71</c:v>
                </c:pt>
                <c:pt idx="322">
                  <c:v>6.14</c:v>
                </c:pt>
                <c:pt idx="323">
                  <c:v>6.29</c:v>
                </c:pt>
                <c:pt idx="324">
                  <c:v>5.86</c:v>
                </c:pt>
                <c:pt idx="325">
                  <c:v>5.43</c:v>
                </c:pt>
                <c:pt idx="326">
                  <c:v>5.43</c:v>
                </c:pt>
                <c:pt idx="327">
                  <c:v>4.86</c:v>
                </c:pt>
                <c:pt idx="328">
                  <c:v>4.71</c:v>
                </c:pt>
                <c:pt idx="329">
                  <c:v>4.14</c:v>
                </c:pt>
                <c:pt idx="330">
                  <c:v>3.86</c:v>
                </c:pt>
                <c:pt idx="331">
                  <c:v>4.29</c:v>
                </c:pt>
                <c:pt idx="332">
                  <c:v>4.71</c:v>
                </c:pt>
                <c:pt idx="333">
                  <c:v>4.43</c:v>
                </c:pt>
                <c:pt idx="334">
                  <c:v>4.71</c:v>
                </c:pt>
                <c:pt idx="335">
                  <c:v>4.71</c:v>
                </c:pt>
                <c:pt idx="336">
                  <c:v>5.14</c:v>
                </c:pt>
                <c:pt idx="337">
                  <c:v>5.14</c:v>
                </c:pt>
                <c:pt idx="338">
                  <c:v>4.86</c:v>
                </c:pt>
                <c:pt idx="339">
                  <c:v>4.57</c:v>
                </c:pt>
                <c:pt idx="340">
                  <c:v>4.86</c:v>
                </c:pt>
                <c:pt idx="341">
                  <c:v>4.86</c:v>
                </c:pt>
                <c:pt idx="342">
                  <c:v>5.43</c:v>
                </c:pt>
                <c:pt idx="343">
                  <c:v>5.29</c:v>
                </c:pt>
                <c:pt idx="344">
                  <c:v>5.29</c:v>
                </c:pt>
                <c:pt idx="345">
                  <c:v>5.14</c:v>
                </c:pt>
                <c:pt idx="346">
                  <c:v>5.14</c:v>
                </c:pt>
                <c:pt idx="347">
                  <c:v>5.43</c:v>
                </c:pt>
                <c:pt idx="348">
                  <c:v>5.29</c:v>
                </c:pt>
                <c:pt idx="349">
                  <c:v>5.29</c:v>
                </c:pt>
                <c:pt idx="350">
                  <c:v>5.57</c:v>
                </c:pt>
                <c:pt idx="351">
                  <c:v>5.86</c:v>
                </c:pt>
                <c:pt idx="352">
                  <c:v>6.14</c:v>
                </c:pt>
                <c:pt idx="353">
                  <c:v>6</c:v>
                </c:pt>
                <c:pt idx="354">
                  <c:v>5.86</c:v>
                </c:pt>
                <c:pt idx="355">
                  <c:v>5.86</c:v>
                </c:pt>
                <c:pt idx="356">
                  <c:v>5.71</c:v>
                </c:pt>
                <c:pt idx="357">
                  <c:v>5.14</c:v>
                </c:pt>
                <c:pt idx="358">
                  <c:v>4.86</c:v>
                </c:pt>
                <c:pt idx="359">
                  <c:v>4.57</c:v>
                </c:pt>
                <c:pt idx="360">
                  <c:v>4.86</c:v>
                </c:pt>
                <c:pt idx="361">
                  <c:v>4.57</c:v>
                </c:pt>
                <c:pt idx="362">
                  <c:v>4.57</c:v>
                </c:pt>
                <c:pt idx="363">
                  <c:v>4.43</c:v>
                </c:pt>
                <c:pt idx="364">
                  <c:v>4.43</c:v>
                </c:pt>
                <c:pt idx="365">
                  <c:v>4.43</c:v>
                </c:pt>
                <c:pt idx="366">
                  <c:v>4.29</c:v>
                </c:pt>
                <c:pt idx="367">
                  <c:v>4.14</c:v>
                </c:pt>
                <c:pt idx="368">
                  <c:v>4.29</c:v>
                </c:pt>
                <c:pt idx="369">
                  <c:v>4.29</c:v>
                </c:pt>
                <c:pt idx="370">
                  <c:v>4.14</c:v>
                </c:pt>
                <c:pt idx="371">
                  <c:v>4.57</c:v>
                </c:pt>
                <c:pt idx="372">
                  <c:v>4.71</c:v>
                </c:pt>
                <c:pt idx="373">
                  <c:v>5.29</c:v>
                </c:pt>
                <c:pt idx="374">
                  <c:v>5.29</c:v>
                </c:pt>
                <c:pt idx="375">
                  <c:v>5.57</c:v>
                </c:pt>
                <c:pt idx="376">
                  <c:v>5.57</c:v>
                </c:pt>
                <c:pt idx="377">
                  <c:v>5.57</c:v>
                </c:pt>
                <c:pt idx="378">
                  <c:v>5.14</c:v>
                </c:pt>
                <c:pt idx="379">
                  <c:v>5.43</c:v>
                </c:pt>
                <c:pt idx="380">
                  <c:v>5.29</c:v>
                </c:pt>
                <c:pt idx="381">
                  <c:v>5.57</c:v>
                </c:pt>
                <c:pt idx="382">
                  <c:v>5.14</c:v>
                </c:pt>
                <c:pt idx="383">
                  <c:v>5.57</c:v>
                </c:pt>
                <c:pt idx="384">
                  <c:v>6</c:v>
                </c:pt>
                <c:pt idx="385">
                  <c:v>6.29</c:v>
                </c:pt>
                <c:pt idx="386">
                  <c:v>6</c:v>
                </c:pt>
                <c:pt idx="387">
                  <c:v>5.86</c:v>
                </c:pt>
                <c:pt idx="388">
                  <c:v>5.43</c:v>
                </c:pt>
                <c:pt idx="389">
                  <c:v>5.86</c:v>
                </c:pt>
                <c:pt idx="390">
                  <c:v>5.71</c:v>
                </c:pt>
                <c:pt idx="391">
                  <c:v>5.71</c:v>
                </c:pt>
                <c:pt idx="392">
                  <c:v>5.57</c:v>
                </c:pt>
                <c:pt idx="393">
                  <c:v>5.71</c:v>
                </c:pt>
                <c:pt idx="394">
                  <c:v>5.86</c:v>
                </c:pt>
                <c:pt idx="395">
                  <c:v>6</c:v>
                </c:pt>
                <c:pt idx="396">
                  <c:v>5.86</c:v>
                </c:pt>
                <c:pt idx="397">
                  <c:v>5.71</c:v>
                </c:pt>
                <c:pt idx="398">
                  <c:v>5.71</c:v>
                </c:pt>
                <c:pt idx="399">
                  <c:v>5.71</c:v>
                </c:pt>
                <c:pt idx="400">
                  <c:v>5.43</c:v>
                </c:pt>
                <c:pt idx="401">
                  <c:v>5.57</c:v>
                </c:pt>
                <c:pt idx="402">
                  <c:v>5.71</c:v>
                </c:pt>
                <c:pt idx="403">
                  <c:v>5.29</c:v>
                </c:pt>
                <c:pt idx="404">
                  <c:v>5</c:v>
                </c:pt>
                <c:pt idx="405">
                  <c:v>5</c:v>
                </c:pt>
                <c:pt idx="406">
                  <c:v>5.43</c:v>
                </c:pt>
                <c:pt idx="407">
                  <c:v>5.43</c:v>
                </c:pt>
                <c:pt idx="408">
                  <c:v>5.29</c:v>
                </c:pt>
                <c:pt idx="409">
                  <c:v>5.14</c:v>
                </c:pt>
                <c:pt idx="410">
                  <c:v>5.57</c:v>
                </c:pt>
                <c:pt idx="411">
                  <c:v>5.71</c:v>
                </c:pt>
                <c:pt idx="412">
                  <c:v>5.43</c:v>
                </c:pt>
                <c:pt idx="413">
                  <c:v>5.14</c:v>
                </c:pt>
                <c:pt idx="414">
                  <c:v>5.14</c:v>
                </c:pt>
                <c:pt idx="415">
                  <c:v>4.86</c:v>
                </c:pt>
                <c:pt idx="416">
                  <c:v>4.86</c:v>
                </c:pt>
                <c:pt idx="417">
                  <c:v>4.71</c:v>
                </c:pt>
                <c:pt idx="418">
                  <c:v>4.43</c:v>
                </c:pt>
                <c:pt idx="419">
                  <c:v>4.43</c:v>
                </c:pt>
                <c:pt idx="420">
                  <c:v>4.29</c:v>
                </c:pt>
                <c:pt idx="421">
                  <c:v>4.71</c:v>
                </c:pt>
                <c:pt idx="422">
                  <c:v>4.57</c:v>
                </c:pt>
                <c:pt idx="423">
                  <c:v>4.29</c:v>
                </c:pt>
                <c:pt idx="424">
                  <c:v>4</c:v>
                </c:pt>
                <c:pt idx="425">
                  <c:v>4.71</c:v>
                </c:pt>
                <c:pt idx="426">
                  <c:v>4.43</c:v>
                </c:pt>
                <c:pt idx="427">
                  <c:v>4.29</c:v>
                </c:pt>
                <c:pt idx="428">
                  <c:v>4</c:v>
                </c:pt>
                <c:pt idx="429">
                  <c:v>4.57</c:v>
                </c:pt>
                <c:pt idx="430">
                  <c:v>4.71</c:v>
                </c:pt>
                <c:pt idx="431">
                  <c:v>5.14</c:v>
                </c:pt>
                <c:pt idx="432">
                  <c:v>4.71</c:v>
                </c:pt>
                <c:pt idx="433">
                  <c:v>5.29</c:v>
                </c:pt>
                <c:pt idx="434">
                  <c:v>5.71</c:v>
                </c:pt>
                <c:pt idx="435">
                  <c:v>5.71</c:v>
                </c:pt>
                <c:pt idx="436">
                  <c:v>5.29</c:v>
                </c:pt>
                <c:pt idx="437">
                  <c:v>5.57</c:v>
                </c:pt>
                <c:pt idx="438">
                  <c:v>5.29</c:v>
                </c:pt>
                <c:pt idx="439">
                  <c:v>5.14</c:v>
                </c:pt>
                <c:pt idx="440">
                  <c:v>4.86</c:v>
                </c:pt>
                <c:pt idx="441">
                  <c:v>4.57</c:v>
                </c:pt>
                <c:pt idx="442">
                  <c:v>4.86</c:v>
                </c:pt>
                <c:pt idx="443">
                  <c:v>5</c:v>
                </c:pt>
                <c:pt idx="444">
                  <c:v>5.14</c:v>
                </c:pt>
                <c:pt idx="445">
                  <c:v>5.29</c:v>
                </c:pt>
                <c:pt idx="446">
                  <c:v>5.43</c:v>
                </c:pt>
                <c:pt idx="447">
                  <c:v>5.29</c:v>
                </c:pt>
                <c:pt idx="448">
                  <c:v>5.29</c:v>
                </c:pt>
                <c:pt idx="449">
                  <c:v>4.86</c:v>
                </c:pt>
                <c:pt idx="450">
                  <c:v>5</c:v>
                </c:pt>
                <c:pt idx="451">
                  <c:v>4.71</c:v>
                </c:pt>
                <c:pt idx="452">
                  <c:v>4.86</c:v>
                </c:pt>
                <c:pt idx="453">
                  <c:v>4.86</c:v>
                </c:pt>
                <c:pt idx="454">
                  <c:v>4.86</c:v>
                </c:pt>
                <c:pt idx="455">
                  <c:v>5</c:v>
                </c:pt>
                <c:pt idx="456">
                  <c:v>5.29</c:v>
                </c:pt>
                <c:pt idx="457">
                  <c:v>4.86</c:v>
                </c:pt>
                <c:pt idx="458">
                  <c:v>4.86</c:v>
                </c:pt>
                <c:pt idx="459">
                  <c:v>4.86</c:v>
                </c:pt>
                <c:pt idx="460">
                  <c:v>4.86</c:v>
                </c:pt>
                <c:pt idx="461">
                  <c:v>5.14</c:v>
                </c:pt>
                <c:pt idx="462">
                  <c:v>4.86</c:v>
                </c:pt>
                <c:pt idx="463">
                  <c:v>4.57</c:v>
                </c:pt>
                <c:pt idx="464">
                  <c:v>5.14</c:v>
                </c:pt>
                <c:pt idx="465">
                  <c:v>5</c:v>
                </c:pt>
                <c:pt idx="466">
                  <c:v>4.86</c:v>
                </c:pt>
                <c:pt idx="467">
                  <c:v>4.71</c:v>
                </c:pt>
                <c:pt idx="468">
                  <c:v>4.43</c:v>
                </c:pt>
                <c:pt idx="469">
                  <c:v>4.71</c:v>
                </c:pt>
                <c:pt idx="470">
                  <c:v>5</c:v>
                </c:pt>
                <c:pt idx="471">
                  <c:v>4.86</c:v>
                </c:pt>
                <c:pt idx="472">
                  <c:v>5.29</c:v>
                </c:pt>
                <c:pt idx="473">
                  <c:v>5.43</c:v>
                </c:pt>
                <c:pt idx="474">
                  <c:v>5.43</c:v>
                </c:pt>
                <c:pt idx="475">
                  <c:v>5.57</c:v>
                </c:pt>
                <c:pt idx="476">
                  <c:v>5.43</c:v>
                </c:pt>
                <c:pt idx="477">
                  <c:v>5.57</c:v>
                </c:pt>
                <c:pt idx="478">
                  <c:v>5.29</c:v>
                </c:pt>
                <c:pt idx="479">
                  <c:v>4.71</c:v>
                </c:pt>
                <c:pt idx="480">
                  <c:v>4.86</c:v>
                </c:pt>
                <c:pt idx="481">
                  <c:v>5.29</c:v>
                </c:pt>
                <c:pt idx="482">
                  <c:v>5</c:v>
                </c:pt>
                <c:pt idx="483">
                  <c:v>5.14</c:v>
                </c:pt>
                <c:pt idx="484">
                  <c:v>4.86</c:v>
                </c:pt>
                <c:pt idx="485">
                  <c:v>5</c:v>
                </c:pt>
                <c:pt idx="486">
                  <c:v>5.57</c:v>
                </c:pt>
                <c:pt idx="487">
                  <c:v>5.29</c:v>
                </c:pt>
                <c:pt idx="488">
                  <c:v>5</c:v>
                </c:pt>
                <c:pt idx="489">
                  <c:v>5.14</c:v>
                </c:pt>
                <c:pt idx="490">
                  <c:v>5.29</c:v>
                </c:pt>
                <c:pt idx="491">
                  <c:v>5.14</c:v>
                </c:pt>
                <c:pt idx="492">
                  <c:v>5</c:v>
                </c:pt>
                <c:pt idx="493">
                  <c:v>4.86</c:v>
                </c:pt>
                <c:pt idx="494">
                  <c:v>5.14</c:v>
                </c:pt>
                <c:pt idx="495">
                  <c:v>5</c:v>
                </c:pt>
                <c:pt idx="496">
                  <c:v>5.29</c:v>
                </c:pt>
                <c:pt idx="497">
                  <c:v>4.86</c:v>
                </c:pt>
                <c:pt idx="498">
                  <c:v>4.86</c:v>
                </c:pt>
                <c:pt idx="499">
                  <c:v>5.14</c:v>
                </c:pt>
                <c:pt idx="500">
                  <c:v>5</c:v>
                </c:pt>
                <c:pt idx="501">
                  <c:v>4.86</c:v>
                </c:pt>
                <c:pt idx="502">
                  <c:v>5.29</c:v>
                </c:pt>
                <c:pt idx="503">
                  <c:v>5.29</c:v>
                </c:pt>
                <c:pt idx="504">
                  <c:v>5.29</c:v>
                </c:pt>
                <c:pt idx="505">
                  <c:v>5.43</c:v>
                </c:pt>
                <c:pt idx="506">
                  <c:v>5.57</c:v>
                </c:pt>
                <c:pt idx="507">
                  <c:v>5.43</c:v>
                </c:pt>
                <c:pt idx="508">
                  <c:v>5.43</c:v>
                </c:pt>
                <c:pt idx="509">
                  <c:v>5.43</c:v>
                </c:pt>
                <c:pt idx="510">
                  <c:v>5.14</c:v>
                </c:pt>
                <c:pt idx="511">
                  <c:v>5.57</c:v>
                </c:pt>
                <c:pt idx="512">
                  <c:v>5.71</c:v>
                </c:pt>
                <c:pt idx="513">
                  <c:v>5.86</c:v>
                </c:pt>
                <c:pt idx="514">
                  <c:v>5.86</c:v>
                </c:pt>
                <c:pt idx="515">
                  <c:v>5.86</c:v>
                </c:pt>
                <c:pt idx="516">
                  <c:v>5.43</c:v>
                </c:pt>
                <c:pt idx="517">
                  <c:v>5.71</c:v>
                </c:pt>
                <c:pt idx="518">
                  <c:v>5.71</c:v>
                </c:pt>
                <c:pt idx="519">
                  <c:v>5.57</c:v>
                </c:pt>
                <c:pt idx="520">
                  <c:v>5.29</c:v>
                </c:pt>
                <c:pt idx="521">
                  <c:v>5.57</c:v>
                </c:pt>
                <c:pt idx="522">
                  <c:v>5.57</c:v>
                </c:pt>
                <c:pt idx="523">
                  <c:v>5.86</c:v>
                </c:pt>
                <c:pt idx="524">
                  <c:v>5.86</c:v>
                </c:pt>
                <c:pt idx="525">
                  <c:v>5.86</c:v>
                </c:pt>
                <c:pt idx="526">
                  <c:v>6.29</c:v>
                </c:pt>
                <c:pt idx="527">
                  <c:v>6.29</c:v>
                </c:pt>
                <c:pt idx="528">
                  <c:v>6</c:v>
                </c:pt>
                <c:pt idx="529">
                  <c:v>6.14</c:v>
                </c:pt>
                <c:pt idx="530">
                  <c:v>6.14</c:v>
                </c:pt>
                <c:pt idx="531">
                  <c:v>5.86</c:v>
                </c:pt>
                <c:pt idx="532">
                  <c:v>5.86</c:v>
                </c:pt>
                <c:pt idx="533">
                  <c:v>5.71</c:v>
                </c:pt>
                <c:pt idx="534">
                  <c:v>5.86</c:v>
                </c:pt>
                <c:pt idx="535">
                  <c:v>6.29</c:v>
                </c:pt>
                <c:pt idx="536">
                  <c:v>6</c:v>
                </c:pt>
                <c:pt idx="537">
                  <c:v>5.86</c:v>
                </c:pt>
                <c:pt idx="538">
                  <c:v>6.14</c:v>
                </c:pt>
                <c:pt idx="539">
                  <c:v>6</c:v>
                </c:pt>
                <c:pt idx="540">
                  <c:v>6</c:v>
                </c:pt>
                <c:pt idx="541">
                  <c:v>6.29</c:v>
                </c:pt>
                <c:pt idx="542">
                  <c:v>6.57</c:v>
                </c:pt>
                <c:pt idx="543">
                  <c:v>6.86</c:v>
                </c:pt>
                <c:pt idx="544">
                  <c:v>7.43</c:v>
                </c:pt>
                <c:pt idx="545">
                  <c:v>7.29</c:v>
                </c:pt>
                <c:pt idx="546">
                  <c:v>7.43</c:v>
                </c:pt>
                <c:pt idx="547">
                  <c:v>7.43</c:v>
                </c:pt>
                <c:pt idx="548">
                  <c:v>7.14</c:v>
                </c:pt>
                <c:pt idx="549">
                  <c:v>6.71</c:v>
                </c:pt>
                <c:pt idx="550">
                  <c:v>6.57</c:v>
                </c:pt>
                <c:pt idx="551">
                  <c:v>6.57</c:v>
                </c:pt>
                <c:pt idx="552">
                  <c:v>7.14</c:v>
                </c:pt>
                <c:pt idx="553">
                  <c:v>6.86</c:v>
                </c:pt>
                <c:pt idx="554">
                  <c:v>7</c:v>
                </c:pt>
                <c:pt idx="555">
                  <c:v>7.29</c:v>
                </c:pt>
                <c:pt idx="556">
                  <c:v>7.29</c:v>
                </c:pt>
                <c:pt idx="557">
                  <c:v>7.43</c:v>
                </c:pt>
                <c:pt idx="558">
                  <c:v>7.57</c:v>
                </c:pt>
                <c:pt idx="559">
                  <c:v>7.29</c:v>
                </c:pt>
                <c:pt idx="560">
                  <c:v>7.43</c:v>
                </c:pt>
                <c:pt idx="561">
                  <c:v>7.43</c:v>
                </c:pt>
                <c:pt idx="562">
                  <c:v>7.43</c:v>
                </c:pt>
                <c:pt idx="563">
                  <c:v>7.71</c:v>
                </c:pt>
                <c:pt idx="564">
                  <c:v>8.14</c:v>
                </c:pt>
                <c:pt idx="565">
                  <c:v>7.86</c:v>
                </c:pt>
                <c:pt idx="566">
                  <c:v>8</c:v>
                </c:pt>
                <c:pt idx="567">
                  <c:v>8.43</c:v>
                </c:pt>
                <c:pt idx="568">
                  <c:v>8.29</c:v>
                </c:pt>
                <c:pt idx="569">
                  <c:v>8.14</c:v>
                </c:pt>
                <c:pt idx="570">
                  <c:v>8.43</c:v>
                </c:pt>
                <c:pt idx="571">
                  <c:v>8.43</c:v>
                </c:pt>
                <c:pt idx="572">
                  <c:v>8.43</c:v>
                </c:pt>
                <c:pt idx="573">
                  <c:v>8.14</c:v>
                </c:pt>
                <c:pt idx="574">
                  <c:v>7.86</c:v>
                </c:pt>
                <c:pt idx="575">
                  <c:v>8.43</c:v>
                </c:pt>
                <c:pt idx="576">
                  <c:v>8.57</c:v>
                </c:pt>
                <c:pt idx="577">
                  <c:v>8.43</c:v>
                </c:pt>
                <c:pt idx="578">
                  <c:v>8</c:v>
                </c:pt>
                <c:pt idx="579">
                  <c:v>8</c:v>
                </c:pt>
                <c:pt idx="580">
                  <c:v>8.14</c:v>
                </c:pt>
                <c:pt idx="581">
                  <c:v>8.29</c:v>
                </c:pt>
                <c:pt idx="582">
                  <c:v>7.86</c:v>
                </c:pt>
                <c:pt idx="583">
                  <c:v>7.57</c:v>
                </c:pt>
                <c:pt idx="584">
                  <c:v>7.57</c:v>
                </c:pt>
                <c:pt idx="585">
                  <c:v>7.86</c:v>
                </c:pt>
                <c:pt idx="586">
                  <c:v>8.14</c:v>
                </c:pt>
                <c:pt idx="587">
                  <c:v>8.43</c:v>
                </c:pt>
                <c:pt idx="588">
                  <c:v>8.14</c:v>
                </c:pt>
                <c:pt idx="589">
                  <c:v>8.14</c:v>
                </c:pt>
                <c:pt idx="590">
                  <c:v>8.29</c:v>
                </c:pt>
                <c:pt idx="591">
                  <c:v>8</c:v>
                </c:pt>
                <c:pt idx="592">
                  <c:v>8</c:v>
                </c:pt>
                <c:pt idx="593">
                  <c:v>7.86</c:v>
                </c:pt>
                <c:pt idx="594">
                  <c:v>7.71</c:v>
                </c:pt>
                <c:pt idx="595">
                  <c:v>8</c:v>
                </c:pt>
                <c:pt idx="596">
                  <c:v>8.14</c:v>
                </c:pt>
                <c:pt idx="597">
                  <c:v>8.43</c:v>
                </c:pt>
                <c:pt idx="598">
                  <c:v>8.71</c:v>
                </c:pt>
                <c:pt idx="599">
                  <c:v>8.43</c:v>
                </c:pt>
                <c:pt idx="600">
                  <c:v>8.57</c:v>
                </c:pt>
                <c:pt idx="601">
                  <c:v>8.14</c:v>
                </c:pt>
                <c:pt idx="602">
                  <c:v>8.29</c:v>
                </c:pt>
                <c:pt idx="603">
                  <c:v>8.57</c:v>
                </c:pt>
                <c:pt idx="604">
                  <c:v>8.57</c:v>
                </c:pt>
                <c:pt idx="605">
                  <c:v>8.29</c:v>
                </c:pt>
                <c:pt idx="606">
                  <c:v>8.43</c:v>
                </c:pt>
                <c:pt idx="607">
                  <c:v>8.43</c:v>
                </c:pt>
                <c:pt idx="608">
                  <c:v>8.86</c:v>
                </c:pt>
                <c:pt idx="609">
                  <c:v>8.43</c:v>
                </c:pt>
                <c:pt idx="610">
                  <c:v>8.29</c:v>
                </c:pt>
                <c:pt idx="611">
                  <c:v>8</c:v>
                </c:pt>
                <c:pt idx="612">
                  <c:v>8.14</c:v>
                </c:pt>
                <c:pt idx="613">
                  <c:v>7.86</c:v>
                </c:pt>
                <c:pt idx="614">
                  <c:v>7.86</c:v>
                </c:pt>
                <c:pt idx="615">
                  <c:v>7.43</c:v>
                </c:pt>
                <c:pt idx="616">
                  <c:v>7.86</c:v>
                </c:pt>
                <c:pt idx="617">
                  <c:v>8</c:v>
                </c:pt>
                <c:pt idx="618">
                  <c:v>8.14</c:v>
                </c:pt>
                <c:pt idx="619">
                  <c:v>8.14</c:v>
                </c:pt>
                <c:pt idx="620">
                  <c:v>8.43</c:v>
                </c:pt>
                <c:pt idx="621">
                  <c:v>8.29</c:v>
                </c:pt>
                <c:pt idx="622">
                  <c:v>8.43</c:v>
                </c:pt>
                <c:pt idx="623">
                  <c:v>7.86</c:v>
                </c:pt>
                <c:pt idx="624">
                  <c:v>7.29</c:v>
                </c:pt>
                <c:pt idx="625">
                  <c:v>7.14</c:v>
                </c:pt>
                <c:pt idx="626">
                  <c:v>7.29</c:v>
                </c:pt>
                <c:pt idx="627">
                  <c:v>7.43</c:v>
                </c:pt>
                <c:pt idx="628">
                  <c:v>7.14</c:v>
                </c:pt>
                <c:pt idx="629">
                  <c:v>7.29</c:v>
                </c:pt>
                <c:pt idx="630">
                  <c:v>7.71</c:v>
                </c:pt>
                <c:pt idx="631">
                  <c:v>8.14</c:v>
                </c:pt>
                <c:pt idx="632">
                  <c:v>8.29</c:v>
                </c:pt>
                <c:pt idx="633">
                  <c:v>7.86</c:v>
                </c:pt>
                <c:pt idx="634">
                  <c:v>7.86</c:v>
                </c:pt>
                <c:pt idx="635">
                  <c:v>8.14</c:v>
                </c:pt>
                <c:pt idx="636">
                  <c:v>7.86</c:v>
                </c:pt>
                <c:pt idx="637">
                  <c:v>7.57</c:v>
                </c:pt>
                <c:pt idx="638">
                  <c:v>7.14</c:v>
                </c:pt>
                <c:pt idx="639">
                  <c:v>6.86</c:v>
                </c:pt>
                <c:pt idx="640">
                  <c:v>7.14</c:v>
                </c:pt>
                <c:pt idx="641">
                  <c:v>6.86</c:v>
                </c:pt>
                <c:pt idx="642">
                  <c:v>6.86</c:v>
                </c:pt>
                <c:pt idx="643">
                  <c:v>7</c:v>
                </c:pt>
                <c:pt idx="644">
                  <c:v>6.86</c:v>
                </c:pt>
                <c:pt idx="645">
                  <c:v>7.14</c:v>
                </c:pt>
                <c:pt idx="646">
                  <c:v>7.29</c:v>
                </c:pt>
                <c:pt idx="647">
                  <c:v>7.29</c:v>
                </c:pt>
                <c:pt idx="648">
                  <c:v>7.14</c:v>
                </c:pt>
                <c:pt idx="649">
                  <c:v>6.71</c:v>
                </c:pt>
                <c:pt idx="650">
                  <c:v>6.86</c:v>
                </c:pt>
                <c:pt idx="651">
                  <c:v>6.86</c:v>
                </c:pt>
                <c:pt idx="652">
                  <c:v>6.57</c:v>
                </c:pt>
                <c:pt idx="653">
                  <c:v>6.14</c:v>
                </c:pt>
                <c:pt idx="654">
                  <c:v>6.14</c:v>
                </c:pt>
                <c:pt idx="655">
                  <c:v>6.43</c:v>
                </c:pt>
                <c:pt idx="656">
                  <c:v>6.29</c:v>
                </c:pt>
                <c:pt idx="657">
                  <c:v>6.43</c:v>
                </c:pt>
                <c:pt idx="658">
                  <c:v>6.57</c:v>
                </c:pt>
                <c:pt idx="659">
                  <c:v>6.29</c:v>
                </c:pt>
                <c:pt idx="660">
                  <c:v>6.29</c:v>
                </c:pt>
                <c:pt idx="661">
                  <c:v>6</c:v>
                </c:pt>
                <c:pt idx="662">
                  <c:v>5.71</c:v>
                </c:pt>
                <c:pt idx="663">
                  <c:v>6</c:v>
                </c:pt>
                <c:pt idx="664">
                  <c:v>5.43</c:v>
                </c:pt>
                <c:pt idx="665">
                  <c:v>5.29</c:v>
                </c:pt>
                <c:pt idx="666">
                  <c:v>5.71</c:v>
                </c:pt>
                <c:pt idx="667">
                  <c:v>5.57</c:v>
                </c:pt>
                <c:pt idx="668">
                  <c:v>5.57</c:v>
                </c:pt>
                <c:pt idx="669">
                  <c:v>5.71</c:v>
                </c:pt>
                <c:pt idx="670">
                  <c:v>5.71</c:v>
                </c:pt>
                <c:pt idx="671">
                  <c:v>6.14</c:v>
                </c:pt>
                <c:pt idx="672">
                  <c:v>6</c:v>
                </c:pt>
                <c:pt idx="673">
                  <c:v>5.43</c:v>
                </c:pt>
                <c:pt idx="674">
                  <c:v>5.43</c:v>
                </c:pt>
                <c:pt idx="675">
                  <c:v>5.14</c:v>
                </c:pt>
                <c:pt idx="676">
                  <c:v>5.14</c:v>
                </c:pt>
                <c:pt idx="677">
                  <c:v>4.71</c:v>
                </c:pt>
                <c:pt idx="678">
                  <c:v>4.14</c:v>
                </c:pt>
                <c:pt idx="679">
                  <c:v>4.14</c:v>
                </c:pt>
                <c:pt idx="680">
                  <c:v>4</c:v>
                </c:pt>
                <c:pt idx="681">
                  <c:v>4.43</c:v>
                </c:pt>
                <c:pt idx="682">
                  <c:v>4.71</c:v>
                </c:pt>
                <c:pt idx="683">
                  <c:v>4.29</c:v>
                </c:pt>
                <c:pt idx="684">
                  <c:v>4.29</c:v>
                </c:pt>
                <c:pt idx="685">
                  <c:v>4.29</c:v>
                </c:pt>
                <c:pt idx="686">
                  <c:v>4.29</c:v>
                </c:pt>
                <c:pt idx="687">
                  <c:v>4.57</c:v>
                </c:pt>
                <c:pt idx="688">
                  <c:v>4.14</c:v>
                </c:pt>
                <c:pt idx="689">
                  <c:v>4</c:v>
                </c:pt>
                <c:pt idx="690">
                  <c:v>4.29</c:v>
                </c:pt>
                <c:pt idx="691">
                  <c:v>4.43</c:v>
                </c:pt>
                <c:pt idx="692">
                  <c:v>4.57</c:v>
                </c:pt>
                <c:pt idx="693">
                  <c:v>5</c:v>
                </c:pt>
                <c:pt idx="694">
                  <c:v>5.14</c:v>
                </c:pt>
                <c:pt idx="695">
                  <c:v>5.43</c:v>
                </c:pt>
                <c:pt idx="696">
                  <c:v>5.57</c:v>
                </c:pt>
                <c:pt idx="697">
                  <c:v>5.57</c:v>
                </c:pt>
                <c:pt idx="698">
                  <c:v>6</c:v>
                </c:pt>
                <c:pt idx="699">
                  <c:v>6.14</c:v>
                </c:pt>
                <c:pt idx="700">
                  <c:v>5.86</c:v>
                </c:pt>
                <c:pt idx="701">
                  <c:v>5.71</c:v>
                </c:pt>
                <c:pt idx="702">
                  <c:v>5.57</c:v>
                </c:pt>
                <c:pt idx="703">
                  <c:v>5.57</c:v>
                </c:pt>
                <c:pt idx="704">
                  <c:v>5.43</c:v>
                </c:pt>
                <c:pt idx="705">
                  <c:v>5.14</c:v>
                </c:pt>
                <c:pt idx="706">
                  <c:v>5.43</c:v>
                </c:pt>
                <c:pt idx="707">
                  <c:v>5.43</c:v>
                </c:pt>
                <c:pt idx="708">
                  <c:v>5.71</c:v>
                </c:pt>
                <c:pt idx="709">
                  <c:v>5.86</c:v>
                </c:pt>
                <c:pt idx="710">
                  <c:v>5.57</c:v>
                </c:pt>
                <c:pt idx="711">
                  <c:v>5.71</c:v>
                </c:pt>
                <c:pt idx="712">
                  <c:v>5.86</c:v>
                </c:pt>
                <c:pt idx="713">
                  <c:v>5.86</c:v>
                </c:pt>
                <c:pt idx="714">
                  <c:v>5.71</c:v>
                </c:pt>
                <c:pt idx="715">
                  <c:v>5.14</c:v>
                </c:pt>
                <c:pt idx="716">
                  <c:v>5</c:v>
                </c:pt>
                <c:pt idx="717">
                  <c:v>4.86</c:v>
                </c:pt>
                <c:pt idx="718">
                  <c:v>4.86</c:v>
                </c:pt>
                <c:pt idx="719">
                  <c:v>4.71</c:v>
                </c:pt>
                <c:pt idx="720">
                  <c:v>4.14</c:v>
                </c:pt>
                <c:pt idx="721">
                  <c:v>4.29</c:v>
                </c:pt>
                <c:pt idx="722">
                  <c:v>4.43</c:v>
                </c:pt>
                <c:pt idx="723">
                  <c:v>4.14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"/>
          <c:min val="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centred 30-day</c:v>
                </c:pt>
              </c:strCache>
            </c:strRef>
          </c:tx>
          <c:spPr>
            <a:solidFill>
              <a:srgbClr val="E5484D"/>
            </a:solidFill>
            <a:ln w="25400" cap="flat">
              <a:solidFill>
                <a:srgbClr val="E548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5484D"/>
              </a:solidFill>
              <a:ln w="9525" cap="flat">
                <a:solidFill>
                  <a:srgbClr val="E548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Sheet1!$A$2:$A$154</c:f>
              <c:multiLvlStrCache>
                <c:ptCount val="153"/>
                <c:lvl>
                  <c:pt idx="0">
                    <c:v>Jun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Jul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>Aug</c:v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>Sep</c:v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>Oct</c:v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</c:lvl>
              </c:multiLvlStrCache>
            </c:multiLvlStrRef>
          </c:cat>
          <c:val>
            <c:numRef>
              <c:f>Sheet1!$B$2:$B$154</c:f>
              <c:numCache>
                <c:formatCode>General</c:formatCode>
                <c:ptCount val="153"/>
                <c:pt idx="0">
                  <c:v>5</c:v>
                </c:pt>
                <c:pt idx="1">
                  <c:v>4.93</c:v>
                </c:pt>
                <c:pt idx="2">
                  <c:v>5.03</c:v>
                </c:pt>
                <c:pt idx="3">
                  <c:v>5.2</c:v>
                </c:pt>
                <c:pt idx="4">
                  <c:v>5.27</c:v>
                </c:pt>
                <c:pt idx="5">
                  <c:v>5.27</c:v>
                </c:pt>
                <c:pt idx="6">
                  <c:v>5.27</c:v>
                </c:pt>
                <c:pt idx="7">
                  <c:v>5.17</c:v>
                </c:pt>
                <c:pt idx="8">
                  <c:v>5.2</c:v>
                </c:pt>
                <c:pt idx="9">
                  <c:v>5.47</c:v>
                </c:pt>
                <c:pt idx="10">
                  <c:v>5.6</c:v>
                </c:pt>
                <c:pt idx="11">
                  <c:v>5.63</c:v>
                </c:pt>
                <c:pt idx="12">
                  <c:v>5.7</c:v>
                </c:pt>
                <c:pt idx="13">
                  <c:v>5.83</c:v>
                </c:pt>
                <c:pt idx="14">
                  <c:v>5.8</c:v>
                </c:pt>
                <c:pt idx="15">
                  <c:v>5.77</c:v>
                </c:pt>
                <c:pt idx="16">
                  <c:v>5.93</c:v>
                </c:pt>
                <c:pt idx="17">
                  <c:v>6.07</c:v>
                </c:pt>
                <c:pt idx="18">
                  <c:v>6.2</c:v>
                </c:pt>
                <c:pt idx="19">
                  <c:v>6.33</c:v>
                </c:pt>
                <c:pt idx="20">
                  <c:v>6.47</c:v>
                </c:pt>
                <c:pt idx="21">
                  <c:v>6.43</c:v>
                </c:pt>
                <c:pt idx="22">
                  <c:v>6.37</c:v>
                </c:pt>
                <c:pt idx="23">
                  <c:v>6.63</c:v>
                </c:pt>
                <c:pt idx="24">
                  <c:v>6.8</c:v>
                </c:pt>
                <c:pt idx="25">
                  <c:v>6.77</c:v>
                </c:pt>
                <c:pt idx="26">
                  <c:v>6.8</c:v>
                </c:pt>
                <c:pt idx="27">
                  <c:v>6.87</c:v>
                </c:pt>
                <c:pt idx="28">
                  <c:v>6.77</c:v>
                </c:pt>
                <c:pt idx="29">
                  <c:v>6.77</c:v>
                </c:pt>
                <c:pt idx="30">
                  <c:v>6.9</c:v>
                </c:pt>
                <c:pt idx="31">
                  <c:v>7.2</c:v>
                </c:pt>
                <c:pt idx="32">
                  <c:v>7.33</c:v>
                </c:pt>
                <c:pt idx="33">
                  <c:v>7.47</c:v>
                </c:pt>
                <c:pt idx="34">
                  <c:v>7.47</c:v>
                </c:pt>
                <c:pt idx="35">
                  <c:v>7.4</c:v>
                </c:pt>
                <c:pt idx="36">
                  <c:v>7.4</c:v>
                </c:pt>
                <c:pt idx="37">
                  <c:v>7.53</c:v>
                </c:pt>
                <c:pt idx="38">
                  <c:v>7.63</c:v>
                </c:pt>
                <c:pt idx="39">
                  <c:v>7.63</c:v>
                </c:pt>
                <c:pt idx="40">
                  <c:v>7.67</c:v>
                </c:pt>
                <c:pt idx="41">
                  <c:v>7.7</c:v>
                </c:pt>
                <c:pt idx="42">
                  <c:v>7.57</c:v>
                </c:pt>
                <c:pt idx="43">
                  <c:v>7.4</c:v>
                </c:pt>
                <c:pt idx="44">
                  <c:v>7.67</c:v>
                </c:pt>
                <c:pt idx="45">
                  <c:v>7.77</c:v>
                </c:pt>
                <c:pt idx="46">
                  <c:v>7.8</c:v>
                </c:pt>
                <c:pt idx="47">
                  <c:v>7.9</c:v>
                </c:pt>
                <c:pt idx="48">
                  <c:v>7.9</c:v>
                </c:pt>
                <c:pt idx="49">
                  <c:v>7.8</c:v>
                </c:pt>
                <c:pt idx="50">
                  <c:v>7.67</c:v>
                </c:pt>
                <c:pt idx="51">
                  <c:v>7.9</c:v>
                </c:pt>
                <c:pt idx="52">
                  <c:v>8.1</c:v>
                </c:pt>
                <c:pt idx="53">
                  <c:v>8</c:v>
                </c:pt>
                <c:pt idx="54">
                  <c:v>8</c:v>
                </c:pt>
                <c:pt idx="55">
                  <c:v>8.1</c:v>
                </c:pt>
                <c:pt idx="56">
                  <c:v>8.07</c:v>
                </c:pt>
                <c:pt idx="57">
                  <c:v>7.97</c:v>
                </c:pt>
                <c:pt idx="58">
                  <c:v>8.17</c:v>
                </c:pt>
                <c:pt idx="59">
                  <c:v>8.37</c:v>
                </c:pt>
                <c:pt idx="60">
                  <c:v>8.47</c:v>
                </c:pt>
                <c:pt idx="61">
                  <c:v>8.4</c:v>
                </c:pt>
                <c:pt idx="62">
                  <c:v>8.37</c:v>
                </c:pt>
                <c:pt idx="63">
                  <c:v>8.23</c:v>
                </c:pt>
                <c:pt idx="64">
                  <c:v>8.1</c:v>
                </c:pt>
                <c:pt idx="65">
                  <c:v>8.23</c:v>
                </c:pt>
                <c:pt idx="66">
                  <c:v>8.37</c:v>
                </c:pt>
                <c:pt idx="67">
                  <c:v>8.4</c:v>
                </c:pt>
                <c:pt idx="68">
                  <c:v>8.5</c:v>
                </c:pt>
                <c:pt idx="69">
                  <c:v>8.47</c:v>
                </c:pt>
                <c:pt idx="70">
                  <c:v>8.3</c:v>
                </c:pt>
                <c:pt idx="71">
                  <c:v>8.13</c:v>
                </c:pt>
                <c:pt idx="72">
                  <c:v>8.37</c:v>
                </c:pt>
                <c:pt idx="73">
                  <c:v>8.57</c:v>
                </c:pt>
                <c:pt idx="74">
                  <c:v>8.43</c:v>
                </c:pt>
                <c:pt idx="75">
                  <c:v>8.53</c:v>
                </c:pt>
                <c:pt idx="76">
                  <c:v>8.53</c:v>
                </c:pt>
                <c:pt idx="77">
                  <c:v>8.33</c:v>
                </c:pt>
                <c:pt idx="78">
                  <c:v>8.17</c:v>
                </c:pt>
                <c:pt idx="79">
                  <c:v>8.33</c:v>
                </c:pt>
                <c:pt idx="80">
                  <c:v>8.43</c:v>
                </c:pt>
                <c:pt idx="81">
                  <c:v>8.3</c:v>
                </c:pt>
                <c:pt idx="82">
                  <c:v>8.27</c:v>
                </c:pt>
                <c:pt idx="83">
                  <c:v>8.27</c:v>
                </c:pt>
                <c:pt idx="84">
                  <c:v>8.1</c:v>
                </c:pt>
                <c:pt idx="85">
                  <c:v>7.83</c:v>
                </c:pt>
                <c:pt idx="86">
                  <c:v>7.93</c:v>
                </c:pt>
                <c:pt idx="87">
                  <c:v>8.1</c:v>
                </c:pt>
                <c:pt idx="88">
                  <c:v>8.1</c:v>
                </c:pt>
                <c:pt idx="89">
                  <c:v>8.03</c:v>
                </c:pt>
                <c:pt idx="90">
                  <c:v>7.93</c:v>
                </c:pt>
                <c:pt idx="91">
                  <c:v>7.73</c:v>
                </c:pt>
                <c:pt idx="92">
                  <c:v>7.57</c:v>
                </c:pt>
                <c:pt idx="93">
                  <c:v>7.73</c:v>
                </c:pt>
                <c:pt idx="94">
                  <c:v>7.93</c:v>
                </c:pt>
                <c:pt idx="95">
                  <c:v>7.87</c:v>
                </c:pt>
                <c:pt idx="96">
                  <c:v>7.83</c:v>
                </c:pt>
                <c:pt idx="97">
                  <c:v>7.73</c:v>
                </c:pt>
                <c:pt idx="98">
                  <c:v>7.57</c:v>
                </c:pt>
                <c:pt idx="99">
                  <c:v>7.43</c:v>
                </c:pt>
                <c:pt idx="100">
                  <c:v>7.63</c:v>
                </c:pt>
                <c:pt idx="101">
                  <c:v>7.8</c:v>
                </c:pt>
                <c:pt idx="102">
                  <c:v>7.8</c:v>
                </c:pt>
                <c:pt idx="103">
                  <c:v>7.7</c:v>
                </c:pt>
                <c:pt idx="104">
                  <c:v>7.77</c:v>
                </c:pt>
                <c:pt idx="105">
                  <c:v>7.5</c:v>
                </c:pt>
                <c:pt idx="106">
                  <c:v>7.4</c:v>
                </c:pt>
                <c:pt idx="107">
                  <c:v>7.6</c:v>
                </c:pt>
                <c:pt idx="108">
                  <c:v>7.77</c:v>
                </c:pt>
                <c:pt idx="109">
                  <c:v>7.7</c:v>
                </c:pt>
                <c:pt idx="110">
                  <c:v>7.73</c:v>
                </c:pt>
                <c:pt idx="111">
                  <c:v>7.67</c:v>
                </c:pt>
                <c:pt idx="112">
                  <c:v>7.53</c:v>
                </c:pt>
                <c:pt idx="113">
                  <c:v>7.33</c:v>
                </c:pt>
                <c:pt idx="114">
                  <c:v>7.43</c:v>
                </c:pt>
                <c:pt idx="115">
                  <c:v>7.63</c:v>
                </c:pt>
                <c:pt idx="116">
                  <c:v>7.6</c:v>
                </c:pt>
                <c:pt idx="117">
                  <c:v>7.53</c:v>
                </c:pt>
                <c:pt idx="118">
                  <c:v>7.47</c:v>
                </c:pt>
                <c:pt idx="119">
                  <c:v>7.23</c:v>
                </c:pt>
                <c:pt idx="120">
                  <c:v>7.07</c:v>
                </c:pt>
                <c:pt idx="121">
                  <c:v>7.27</c:v>
                </c:pt>
                <c:pt idx="122">
                  <c:v>7.43</c:v>
                </c:pt>
                <c:pt idx="123">
                  <c:v>7.37</c:v>
                </c:pt>
                <c:pt idx="124">
                  <c:v>7.33</c:v>
                </c:pt>
                <c:pt idx="125">
                  <c:v>7.33</c:v>
                </c:pt>
                <c:pt idx="126">
                  <c:v>7.1</c:v>
                </c:pt>
                <c:pt idx="127">
                  <c:v>7</c:v>
                </c:pt>
                <c:pt idx="128">
                  <c:v>7</c:v>
                </c:pt>
                <c:pt idx="129">
                  <c:v>7.1</c:v>
                </c:pt>
                <c:pt idx="130">
                  <c:v>6.93</c:v>
                </c:pt>
                <c:pt idx="131">
                  <c:v>6.9</c:v>
                </c:pt>
                <c:pt idx="132">
                  <c:v>6.8</c:v>
                </c:pt>
                <c:pt idx="133">
                  <c:v>6.73</c:v>
                </c:pt>
                <c:pt idx="134">
                  <c:v>6.47</c:v>
                </c:pt>
                <c:pt idx="135">
                  <c:v>6.53</c:v>
                </c:pt>
                <c:pt idx="136">
                  <c:v>6.67</c:v>
                </c:pt>
                <c:pt idx="137">
                  <c:v>6.53</c:v>
                </c:pt>
                <c:pt idx="138">
                  <c:v>6.43</c:v>
                </c:pt>
                <c:pt idx="139">
                  <c:v>6.33</c:v>
                </c:pt>
                <c:pt idx="140">
                  <c:v>6.17</c:v>
                </c:pt>
                <c:pt idx="141">
                  <c:v>6.13</c:v>
                </c:pt>
                <c:pt idx="142">
                  <c:v>6.13</c:v>
                </c:pt>
                <c:pt idx="143">
                  <c:v>6.3</c:v>
                </c:pt>
                <c:pt idx="144">
                  <c:v>6.23</c:v>
                </c:pt>
                <c:pt idx="145">
                  <c:v>6.1</c:v>
                </c:pt>
                <c:pt idx="146">
                  <c:v>6.1</c:v>
                </c:pt>
                <c:pt idx="147">
                  <c:v>5.97</c:v>
                </c:pt>
                <c:pt idx="148">
                  <c:v>5.9</c:v>
                </c:pt>
                <c:pt idx="149">
                  <c:v>5.97</c:v>
                </c:pt>
                <c:pt idx="150">
                  <c:v>6.17</c:v>
                </c:pt>
                <c:pt idx="151">
                  <c:v>6</c:v>
                </c:pt>
                <c:pt idx="152">
                  <c:v>5.83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trailing 30-day</c:v>
                </c:pt>
              </c:strCache>
            </c:strRef>
          </c:tx>
          <c:spPr>
            <a:solidFill>
              <a:srgbClr val="008C7E"/>
            </a:solidFill>
            <a:ln w="25400" cap="flat">
              <a:solidFill>
                <a:srgbClr val="008C7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8C7E"/>
              </a:solidFill>
              <a:ln w="9525" cap="flat">
                <a:solidFill>
                  <a:srgbClr val="008C7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Sheet1!$A$2:$A$154</c:f>
              <c:multiLvlStrCache>
                <c:ptCount val="153"/>
                <c:lvl>
                  <c:pt idx="0">
                    <c:v>Jun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Jul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>Aug</c:v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>Sep</c:v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>Oct</c:v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/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</c:lvl>
              </c:multiLvlStrCache>
            </c:multiLvlStrRef>
          </c:cat>
          <c:val>
            <c:numRef>
              <c:f>Sheet1!$C$2:$C$154</c:f>
              <c:numCache>
                <c:formatCode>General</c:formatCode>
                <c:ptCount val="153"/>
                <c:pt idx="0">
                  <c:v>4.7</c:v>
                </c:pt>
                <c:pt idx="1">
                  <c:v>4.7</c:v>
                </c:pt>
                <c:pt idx="2">
                  <c:v>4.77</c:v>
                </c:pt>
                <c:pt idx="3">
                  <c:v>4.93</c:v>
                </c:pt>
                <c:pt idx="4">
                  <c:v>4.87</c:v>
                </c:pt>
                <c:pt idx="5">
                  <c:v>4.87</c:v>
                </c:pt>
                <c:pt idx="6">
                  <c:v>4.87</c:v>
                </c:pt>
                <c:pt idx="7">
                  <c:v>4.8</c:v>
                </c:pt>
                <c:pt idx="8">
                  <c:v>4.73</c:v>
                </c:pt>
                <c:pt idx="9">
                  <c:v>5</c:v>
                </c:pt>
                <c:pt idx="10">
                  <c:v>5.07</c:v>
                </c:pt>
                <c:pt idx="11">
                  <c:v>5.13</c:v>
                </c:pt>
                <c:pt idx="12">
                  <c:v>5.07</c:v>
                </c:pt>
                <c:pt idx="13">
                  <c:v>5.13</c:v>
                </c:pt>
                <c:pt idx="14">
                  <c:v>5</c:v>
                </c:pt>
                <c:pt idx="15">
                  <c:v>4.93</c:v>
                </c:pt>
                <c:pt idx="16">
                  <c:v>5.03</c:v>
                </c:pt>
                <c:pt idx="17">
                  <c:v>5.2</c:v>
                </c:pt>
                <c:pt idx="18">
                  <c:v>5.27</c:v>
                </c:pt>
                <c:pt idx="19">
                  <c:v>5.27</c:v>
                </c:pt>
                <c:pt idx="20">
                  <c:v>5.27</c:v>
                </c:pt>
                <c:pt idx="21">
                  <c:v>5.17</c:v>
                </c:pt>
                <c:pt idx="22">
                  <c:v>5.2</c:v>
                </c:pt>
                <c:pt idx="23">
                  <c:v>5.47</c:v>
                </c:pt>
                <c:pt idx="24">
                  <c:v>5.6</c:v>
                </c:pt>
                <c:pt idx="25">
                  <c:v>5.63</c:v>
                </c:pt>
                <c:pt idx="26">
                  <c:v>5.7</c:v>
                </c:pt>
                <c:pt idx="27">
                  <c:v>5.83</c:v>
                </c:pt>
                <c:pt idx="28">
                  <c:v>5.8</c:v>
                </c:pt>
                <c:pt idx="29">
                  <c:v>5.77</c:v>
                </c:pt>
                <c:pt idx="30">
                  <c:v>5.93</c:v>
                </c:pt>
                <c:pt idx="31">
                  <c:v>6.07</c:v>
                </c:pt>
                <c:pt idx="32">
                  <c:v>6.2</c:v>
                </c:pt>
                <c:pt idx="33">
                  <c:v>6.33</c:v>
                </c:pt>
                <c:pt idx="34">
                  <c:v>6.47</c:v>
                </c:pt>
                <c:pt idx="35">
                  <c:v>6.43</c:v>
                </c:pt>
                <c:pt idx="36">
                  <c:v>6.37</c:v>
                </c:pt>
                <c:pt idx="37">
                  <c:v>6.63</c:v>
                </c:pt>
                <c:pt idx="38">
                  <c:v>6.8</c:v>
                </c:pt>
                <c:pt idx="39">
                  <c:v>6.77</c:v>
                </c:pt>
                <c:pt idx="40">
                  <c:v>6.8</c:v>
                </c:pt>
                <c:pt idx="41">
                  <c:v>6.87</c:v>
                </c:pt>
                <c:pt idx="42">
                  <c:v>6.77</c:v>
                </c:pt>
                <c:pt idx="43">
                  <c:v>6.77</c:v>
                </c:pt>
                <c:pt idx="44">
                  <c:v>6.9</c:v>
                </c:pt>
                <c:pt idx="45">
                  <c:v>7.2</c:v>
                </c:pt>
                <c:pt idx="46">
                  <c:v>7.33</c:v>
                </c:pt>
                <c:pt idx="47">
                  <c:v>7.47</c:v>
                </c:pt>
                <c:pt idx="48">
                  <c:v>7.47</c:v>
                </c:pt>
                <c:pt idx="49">
                  <c:v>7.4</c:v>
                </c:pt>
                <c:pt idx="50">
                  <c:v>7.4</c:v>
                </c:pt>
                <c:pt idx="51">
                  <c:v>7.53</c:v>
                </c:pt>
                <c:pt idx="52">
                  <c:v>7.63</c:v>
                </c:pt>
                <c:pt idx="53">
                  <c:v>7.63</c:v>
                </c:pt>
                <c:pt idx="54">
                  <c:v>7.67</c:v>
                </c:pt>
                <c:pt idx="55">
                  <c:v>7.7</c:v>
                </c:pt>
                <c:pt idx="56">
                  <c:v>7.57</c:v>
                </c:pt>
                <c:pt idx="57">
                  <c:v>7.4</c:v>
                </c:pt>
                <c:pt idx="58">
                  <c:v>7.67</c:v>
                </c:pt>
                <c:pt idx="59">
                  <c:v>7.77</c:v>
                </c:pt>
                <c:pt idx="60">
                  <c:v>7.8</c:v>
                </c:pt>
                <c:pt idx="61">
                  <c:v>7.9</c:v>
                </c:pt>
                <c:pt idx="62">
                  <c:v>7.9</c:v>
                </c:pt>
                <c:pt idx="63">
                  <c:v>7.8</c:v>
                </c:pt>
                <c:pt idx="64">
                  <c:v>7.67</c:v>
                </c:pt>
                <c:pt idx="65">
                  <c:v>7.9</c:v>
                </c:pt>
                <c:pt idx="66">
                  <c:v>8.1</c:v>
                </c:pt>
                <c:pt idx="67">
                  <c:v>8</c:v>
                </c:pt>
                <c:pt idx="68">
                  <c:v>8</c:v>
                </c:pt>
                <c:pt idx="69">
                  <c:v>8.1</c:v>
                </c:pt>
                <c:pt idx="70">
                  <c:v>8.07</c:v>
                </c:pt>
                <c:pt idx="71">
                  <c:v>7.97</c:v>
                </c:pt>
                <c:pt idx="72">
                  <c:v>8.17</c:v>
                </c:pt>
                <c:pt idx="73">
                  <c:v>8.37</c:v>
                </c:pt>
                <c:pt idx="74">
                  <c:v>8.47</c:v>
                </c:pt>
                <c:pt idx="75">
                  <c:v>8.4</c:v>
                </c:pt>
                <c:pt idx="76">
                  <c:v>8.37</c:v>
                </c:pt>
                <c:pt idx="77">
                  <c:v>8.23</c:v>
                </c:pt>
                <c:pt idx="78">
                  <c:v>8.1</c:v>
                </c:pt>
                <c:pt idx="79">
                  <c:v>8.23</c:v>
                </c:pt>
                <c:pt idx="80">
                  <c:v>8.37</c:v>
                </c:pt>
                <c:pt idx="81">
                  <c:v>8.4</c:v>
                </c:pt>
                <c:pt idx="82">
                  <c:v>8.5</c:v>
                </c:pt>
                <c:pt idx="83">
                  <c:v>8.47</c:v>
                </c:pt>
                <c:pt idx="84">
                  <c:v>8.3</c:v>
                </c:pt>
                <c:pt idx="85">
                  <c:v>8.13</c:v>
                </c:pt>
                <c:pt idx="86">
                  <c:v>8.37</c:v>
                </c:pt>
                <c:pt idx="87">
                  <c:v>8.57</c:v>
                </c:pt>
                <c:pt idx="88">
                  <c:v>8.43</c:v>
                </c:pt>
                <c:pt idx="89">
                  <c:v>8.53</c:v>
                </c:pt>
                <c:pt idx="90">
                  <c:v>8.53</c:v>
                </c:pt>
                <c:pt idx="91">
                  <c:v>8.33</c:v>
                </c:pt>
                <c:pt idx="92">
                  <c:v>8.17</c:v>
                </c:pt>
                <c:pt idx="93">
                  <c:v>8.33</c:v>
                </c:pt>
                <c:pt idx="94">
                  <c:v>8.43</c:v>
                </c:pt>
                <c:pt idx="95">
                  <c:v>8.3</c:v>
                </c:pt>
                <c:pt idx="96">
                  <c:v>8.27</c:v>
                </c:pt>
                <c:pt idx="97">
                  <c:v>8.27</c:v>
                </c:pt>
                <c:pt idx="98">
                  <c:v>8.1</c:v>
                </c:pt>
                <c:pt idx="99">
                  <c:v>7.83</c:v>
                </c:pt>
                <c:pt idx="100">
                  <c:v>7.93</c:v>
                </c:pt>
                <c:pt idx="101">
                  <c:v>8.1</c:v>
                </c:pt>
                <c:pt idx="102">
                  <c:v>8.1</c:v>
                </c:pt>
                <c:pt idx="103">
                  <c:v>8.03</c:v>
                </c:pt>
                <c:pt idx="104">
                  <c:v>7.93</c:v>
                </c:pt>
                <c:pt idx="105">
                  <c:v>7.73</c:v>
                </c:pt>
                <c:pt idx="106">
                  <c:v>7.57</c:v>
                </c:pt>
                <c:pt idx="107">
                  <c:v>7.73</c:v>
                </c:pt>
                <c:pt idx="108">
                  <c:v>7.93</c:v>
                </c:pt>
                <c:pt idx="109">
                  <c:v>7.87</c:v>
                </c:pt>
                <c:pt idx="110">
                  <c:v>7.83</c:v>
                </c:pt>
                <c:pt idx="111">
                  <c:v>7.73</c:v>
                </c:pt>
                <c:pt idx="112">
                  <c:v>7.57</c:v>
                </c:pt>
                <c:pt idx="113">
                  <c:v>7.43</c:v>
                </c:pt>
                <c:pt idx="114">
                  <c:v>7.63</c:v>
                </c:pt>
                <c:pt idx="115">
                  <c:v>7.8</c:v>
                </c:pt>
                <c:pt idx="116">
                  <c:v>7.8</c:v>
                </c:pt>
                <c:pt idx="117">
                  <c:v>7.7</c:v>
                </c:pt>
                <c:pt idx="118">
                  <c:v>7.77</c:v>
                </c:pt>
                <c:pt idx="119">
                  <c:v>7.5</c:v>
                </c:pt>
                <c:pt idx="120">
                  <c:v>7.4</c:v>
                </c:pt>
                <c:pt idx="121">
                  <c:v>7.6</c:v>
                </c:pt>
                <c:pt idx="122">
                  <c:v>7.77</c:v>
                </c:pt>
                <c:pt idx="123">
                  <c:v>7.7</c:v>
                </c:pt>
                <c:pt idx="124">
                  <c:v>7.73</c:v>
                </c:pt>
                <c:pt idx="125">
                  <c:v>7.67</c:v>
                </c:pt>
                <c:pt idx="126">
                  <c:v>7.53</c:v>
                </c:pt>
                <c:pt idx="127">
                  <c:v>7.33</c:v>
                </c:pt>
                <c:pt idx="128">
                  <c:v>7.43</c:v>
                </c:pt>
                <c:pt idx="129">
                  <c:v>7.63</c:v>
                </c:pt>
                <c:pt idx="130">
                  <c:v>7.6</c:v>
                </c:pt>
                <c:pt idx="131">
                  <c:v>7.53</c:v>
                </c:pt>
                <c:pt idx="132">
                  <c:v>7.47</c:v>
                </c:pt>
                <c:pt idx="133">
                  <c:v>7.23</c:v>
                </c:pt>
                <c:pt idx="134">
                  <c:v>7.07</c:v>
                </c:pt>
                <c:pt idx="135">
                  <c:v>7.27</c:v>
                </c:pt>
                <c:pt idx="136">
                  <c:v>7.43</c:v>
                </c:pt>
                <c:pt idx="137">
                  <c:v>7.37</c:v>
                </c:pt>
                <c:pt idx="138">
                  <c:v>7.33</c:v>
                </c:pt>
                <c:pt idx="139">
                  <c:v>7.33</c:v>
                </c:pt>
                <c:pt idx="140">
                  <c:v>7.1</c:v>
                </c:pt>
                <c:pt idx="141">
                  <c:v>7</c:v>
                </c:pt>
                <c:pt idx="142">
                  <c:v>7</c:v>
                </c:pt>
                <c:pt idx="143">
                  <c:v>7.1</c:v>
                </c:pt>
                <c:pt idx="144">
                  <c:v>6.93</c:v>
                </c:pt>
                <c:pt idx="145">
                  <c:v>6.9</c:v>
                </c:pt>
                <c:pt idx="146">
                  <c:v>6.8</c:v>
                </c:pt>
                <c:pt idx="147">
                  <c:v>6.73</c:v>
                </c:pt>
                <c:pt idx="148">
                  <c:v>6.47</c:v>
                </c:pt>
                <c:pt idx="149">
                  <c:v>6.53</c:v>
                </c:pt>
                <c:pt idx="150">
                  <c:v>6.67</c:v>
                </c:pt>
                <c:pt idx="151">
                  <c:v>6.53</c:v>
                </c:pt>
                <c:pt idx="152">
                  <c:v>6.43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.5"/>
          <c:min val="5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hourly link margin (dB)</c:v>
                </c:pt>
              </c:strCache>
            </c:strRef>
          </c:tx>
          <c:spPr>
            <a:solidFill>
              <a:srgbClr val="E5484D"/>
            </a:solidFill>
            <a:ln w="25400" cap="flat">
              <a:solidFill>
                <a:srgbClr val="E5484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E5484D"/>
              </a:solidFill>
              <a:ln w="9525" cap="flat">
                <a:solidFill>
                  <a:srgbClr val="E5484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Sheet1!$A$2:$A$722</c:f>
              <c:multiLvlStrCache>
                <c:ptCount val="721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>08 Aug</c:v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  <c:pt idx="264">
                    <c:v/>
                  </c:pt>
                  <c:pt idx="265">
                    <c:v/>
                  </c:pt>
                  <c:pt idx="266">
                    <c:v/>
                  </c:pt>
                  <c:pt idx="267">
                    <c:v/>
                  </c:pt>
                  <c:pt idx="268">
                    <c:v/>
                  </c:pt>
                  <c:pt idx="269">
                    <c:v/>
                  </c:pt>
                  <c:pt idx="270">
                    <c:v/>
                  </c:pt>
                  <c:pt idx="271">
                    <c:v/>
                  </c:pt>
                  <c:pt idx="272">
                    <c:v/>
                  </c:pt>
                  <c:pt idx="273">
                    <c:v/>
                  </c:pt>
                  <c:pt idx="274">
                    <c:v/>
                  </c:pt>
                  <c:pt idx="275">
                    <c:v/>
                  </c:pt>
                  <c:pt idx="276">
                    <c:v/>
                  </c:pt>
                  <c:pt idx="277">
                    <c:v/>
                  </c:pt>
                  <c:pt idx="278">
                    <c:v/>
                  </c:pt>
                  <c:pt idx="279">
                    <c:v/>
                  </c:pt>
                  <c:pt idx="280">
                    <c:v/>
                  </c:pt>
                  <c:pt idx="281">
                    <c:v/>
                  </c:pt>
                  <c:pt idx="282">
                    <c:v/>
                  </c:pt>
                  <c:pt idx="283">
                    <c:v/>
                  </c:pt>
                  <c:pt idx="284">
                    <c:v/>
                  </c:pt>
                  <c:pt idx="285">
                    <c:v/>
                  </c:pt>
                  <c:pt idx="286">
                    <c:v/>
                  </c:pt>
                  <c:pt idx="287">
                    <c:v/>
                  </c:pt>
                  <c:pt idx="288">
                    <c:v/>
                  </c:pt>
                  <c:pt idx="289">
                    <c:v/>
                  </c:pt>
                  <c:pt idx="290">
                    <c:v/>
                  </c:pt>
                  <c:pt idx="291">
                    <c:v/>
                  </c:pt>
                  <c:pt idx="292">
                    <c:v/>
                  </c:pt>
                  <c:pt idx="293">
                    <c:v/>
                  </c:pt>
                  <c:pt idx="294">
                    <c:v/>
                  </c:pt>
                  <c:pt idx="295">
                    <c:v/>
                  </c:pt>
                  <c:pt idx="296">
                    <c:v/>
                  </c:pt>
                  <c:pt idx="297">
                    <c:v/>
                  </c:pt>
                  <c:pt idx="298">
                    <c:v/>
                  </c:pt>
                  <c:pt idx="299">
                    <c:v/>
                  </c:pt>
                  <c:pt idx="300">
                    <c:v/>
                  </c:pt>
                  <c:pt idx="301">
                    <c:v/>
                  </c:pt>
                  <c:pt idx="302">
                    <c:v/>
                  </c:pt>
                  <c:pt idx="303">
                    <c:v/>
                  </c:pt>
                  <c:pt idx="304">
                    <c:v/>
                  </c:pt>
                  <c:pt idx="305">
                    <c:v/>
                  </c:pt>
                  <c:pt idx="306">
                    <c:v/>
                  </c:pt>
                  <c:pt idx="307">
                    <c:v/>
                  </c:pt>
                  <c:pt idx="308">
                    <c:v/>
                  </c:pt>
                  <c:pt idx="309">
                    <c:v/>
                  </c:pt>
                  <c:pt idx="310">
                    <c:v/>
                  </c:pt>
                  <c:pt idx="311">
                    <c:v/>
                  </c:pt>
                  <c:pt idx="312">
                    <c:v/>
                  </c:pt>
                  <c:pt idx="313">
                    <c:v>15 Aug</c:v>
                  </c:pt>
                  <c:pt idx="314">
                    <c:v/>
                  </c:pt>
                  <c:pt idx="315">
                    <c:v/>
                  </c:pt>
                  <c:pt idx="316">
                    <c:v/>
                  </c:pt>
                  <c:pt idx="317">
                    <c:v/>
                  </c:pt>
                  <c:pt idx="318">
                    <c:v/>
                  </c:pt>
                  <c:pt idx="319">
                    <c:v/>
                  </c:pt>
                  <c:pt idx="320">
                    <c:v/>
                  </c:pt>
                  <c:pt idx="321">
                    <c:v/>
                  </c:pt>
                  <c:pt idx="322">
                    <c:v/>
                  </c:pt>
                  <c:pt idx="323">
                    <c:v/>
                  </c:pt>
                  <c:pt idx="324">
                    <c:v/>
                  </c:pt>
                  <c:pt idx="325">
                    <c:v/>
                  </c:pt>
                  <c:pt idx="326">
                    <c:v/>
                  </c:pt>
                  <c:pt idx="327">
                    <c:v/>
                  </c:pt>
                  <c:pt idx="328">
                    <c:v/>
                  </c:pt>
                  <c:pt idx="329">
                    <c:v/>
                  </c:pt>
                  <c:pt idx="330">
                    <c:v/>
                  </c:pt>
                  <c:pt idx="331">
                    <c:v/>
                  </c:pt>
                  <c:pt idx="332">
                    <c:v/>
                  </c:pt>
                  <c:pt idx="333">
                    <c:v/>
                  </c:pt>
                  <c:pt idx="334">
                    <c:v/>
                  </c:pt>
                  <c:pt idx="335">
                    <c:v/>
                  </c:pt>
                  <c:pt idx="336">
                    <c:v/>
                  </c:pt>
                  <c:pt idx="337">
                    <c:v/>
                  </c:pt>
                  <c:pt idx="338">
                    <c:v/>
                  </c:pt>
                  <c:pt idx="339">
                    <c:v/>
                  </c:pt>
                  <c:pt idx="340">
                    <c:v/>
                  </c:pt>
                  <c:pt idx="341">
                    <c:v/>
                  </c:pt>
                  <c:pt idx="342">
                    <c:v/>
                  </c:pt>
                  <c:pt idx="343">
                    <c:v/>
                  </c:pt>
                  <c:pt idx="344">
                    <c:v/>
                  </c:pt>
                  <c:pt idx="345">
                    <c:v/>
                  </c:pt>
                  <c:pt idx="346">
                    <c:v/>
                  </c:pt>
                  <c:pt idx="347">
                    <c:v/>
                  </c:pt>
                  <c:pt idx="348">
                    <c:v/>
                  </c:pt>
                  <c:pt idx="349">
                    <c:v/>
                  </c:pt>
                  <c:pt idx="350">
                    <c:v/>
                  </c:pt>
                  <c:pt idx="351">
                    <c:v/>
                  </c:pt>
                  <c:pt idx="352">
                    <c:v/>
                  </c:pt>
                  <c:pt idx="353">
                    <c:v/>
                  </c:pt>
                  <c:pt idx="354">
                    <c:v/>
                  </c:pt>
                  <c:pt idx="355">
                    <c:v/>
                  </c:pt>
                  <c:pt idx="356">
                    <c:v/>
                  </c:pt>
                  <c:pt idx="357">
                    <c:v/>
                  </c:pt>
                  <c:pt idx="358">
                    <c:v/>
                  </c:pt>
                  <c:pt idx="359">
                    <c:v/>
                  </c:pt>
                  <c:pt idx="360">
                    <c:v/>
                  </c:pt>
                  <c:pt idx="361">
                    <c:v/>
                  </c:pt>
                  <c:pt idx="362">
                    <c:v/>
                  </c:pt>
                  <c:pt idx="363">
                    <c:v/>
                  </c:pt>
                  <c:pt idx="364">
                    <c:v/>
                  </c:pt>
                  <c:pt idx="365">
                    <c:v/>
                  </c:pt>
                  <c:pt idx="366">
                    <c:v/>
                  </c:pt>
                  <c:pt idx="367">
                    <c:v/>
                  </c:pt>
                  <c:pt idx="368">
                    <c:v/>
                  </c:pt>
                  <c:pt idx="369">
                    <c:v/>
                  </c:pt>
                  <c:pt idx="370">
                    <c:v/>
                  </c:pt>
                  <c:pt idx="371">
                    <c:v/>
                  </c:pt>
                  <c:pt idx="372">
                    <c:v/>
                  </c:pt>
                  <c:pt idx="373">
                    <c:v/>
                  </c:pt>
                  <c:pt idx="374">
                    <c:v/>
                  </c:pt>
                  <c:pt idx="375">
                    <c:v/>
                  </c:pt>
                  <c:pt idx="376">
                    <c:v/>
                  </c:pt>
                  <c:pt idx="377">
                    <c:v/>
                  </c:pt>
                  <c:pt idx="378">
                    <c:v/>
                  </c:pt>
                  <c:pt idx="379">
                    <c:v/>
                  </c:pt>
                  <c:pt idx="380">
                    <c:v/>
                  </c:pt>
                  <c:pt idx="381">
                    <c:v/>
                  </c:pt>
                  <c:pt idx="382">
                    <c:v/>
                  </c:pt>
                  <c:pt idx="383">
                    <c:v/>
                  </c:pt>
                  <c:pt idx="384">
                    <c:v/>
                  </c:pt>
                  <c:pt idx="385">
                    <c:v/>
                  </c:pt>
                  <c:pt idx="386">
                    <c:v/>
                  </c:pt>
                  <c:pt idx="387">
                    <c:v/>
                  </c:pt>
                  <c:pt idx="388">
                    <c:v/>
                  </c:pt>
                  <c:pt idx="389">
                    <c:v/>
                  </c:pt>
                  <c:pt idx="390">
                    <c:v/>
                  </c:pt>
                  <c:pt idx="391">
                    <c:v/>
                  </c:pt>
                  <c:pt idx="392">
                    <c:v/>
                  </c:pt>
                  <c:pt idx="393">
                    <c:v/>
                  </c:pt>
                  <c:pt idx="394">
                    <c:v/>
                  </c:pt>
                  <c:pt idx="395">
                    <c:v/>
                  </c:pt>
                  <c:pt idx="396">
                    <c:v/>
                  </c:pt>
                  <c:pt idx="397">
                    <c:v/>
                  </c:pt>
                  <c:pt idx="398">
                    <c:v/>
                  </c:pt>
                  <c:pt idx="399">
                    <c:v/>
                  </c:pt>
                  <c:pt idx="400">
                    <c:v/>
                  </c:pt>
                  <c:pt idx="401">
                    <c:v/>
                  </c:pt>
                  <c:pt idx="402">
                    <c:v/>
                  </c:pt>
                  <c:pt idx="403">
                    <c:v/>
                  </c:pt>
                  <c:pt idx="404">
                    <c:v/>
                  </c:pt>
                  <c:pt idx="405">
                    <c:v/>
                  </c:pt>
                  <c:pt idx="406">
                    <c:v/>
                  </c:pt>
                  <c:pt idx="407">
                    <c:v/>
                  </c:pt>
                  <c:pt idx="408">
                    <c:v/>
                  </c:pt>
                  <c:pt idx="409">
                    <c:v/>
                  </c:pt>
                  <c:pt idx="410">
                    <c:v/>
                  </c:pt>
                  <c:pt idx="411">
                    <c:v/>
                  </c:pt>
                  <c:pt idx="412">
                    <c:v/>
                  </c:pt>
                  <c:pt idx="413">
                    <c:v/>
                  </c:pt>
                  <c:pt idx="414">
                    <c:v/>
                  </c:pt>
                  <c:pt idx="415">
                    <c:v/>
                  </c:pt>
                  <c:pt idx="416">
                    <c:v/>
                  </c:pt>
                  <c:pt idx="417">
                    <c:v/>
                  </c:pt>
                  <c:pt idx="418">
                    <c:v/>
                  </c:pt>
                  <c:pt idx="419">
                    <c:v/>
                  </c:pt>
                  <c:pt idx="420">
                    <c:v/>
                  </c:pt>
                  <c:pt idx="421">
                    <c:v/>
                  </c:pt>
                  <c:pt idx="422">
                    <c:v/>
                  </c:pt>
                  <c:pt idx="423">
                    <c:v/>
                  </c:pt>
                  <c:pt idx="424">
                    <c:v/>
                  </c:pt>
                  <c:pt idx="425">
                    <c:v/>
                  </c:pt>
                  <c:pt idx="426">
                    <c:v/>
                  </c:pt>
                  <c:pt idx="427">
                    <c:v/>
                  </c:pt>
                  <c:pt idx="428">
                    <c:v/>
                  </c:pt>
                  <c:pt idx="429">
                    <c:v/>
                  </c:pt>
                  <c:pt idx="430">
                    <c:v/>
                  </c:pt>
                  <c:pt idx="431">
                    <c:v/>
                  </c:pt>
                  <c:pt idx="432">
                    <c:v/>
                  </c:pt>
                  <c:pt idx="433">
                    <c:v/>
                  </c:pt>
                  <c:pt idx="434">
                    <c:v/>
                  </c:pt>
                  <c:pt idx="435">
                    <c:v/>
                  </c:pt>
                  <c:pt idx="436">
                    <c:v/>
                  </c:pt>
                  <c:pt idx="437">
                    <c:v/>
                  </c:pt>
                  <c:pt idx="438">
                    <c:v/>
                  </c:pt>
                  <c:pt idx="439">
                    <c:v/>
                  </c:pt>
                  <c:pt idx="440">
                    <c:v/>
                  </c:pt>
                  <c:pt idx="441">
                    <c:v/>
                  </c:pt>
                  <c:pt idx="442">
                    <c:v/>
                  </c:pt>
                  <c:pt idx="443">
                    <c:v/>
                  </c:pt>
                  <c:pt idx="444">
                    <c:v/>
                  </c:pt>
                  <c:pt idx="445">
                    <c:v/>
                  </c:pt>
                  <c:pt idx="446">
                    <c:v/>
                  </c:pt>
                  <c:pt idx="447">
                    <c:v/>
                  </c:pt>
                  <c:pt idx="448">
                    <c:v/>
                  </c:pt>
                  <c:pt idx="449">
                    <c:v/>
                  </c:pt>
                  <c:pt idx="450">
                    <c:v/>
                  </c:pt>
                  <c:pt idx="451">
                    <c:v/>
                  </c:pt>
                  <c:pt idx="452">
                    <c:v/>
                  </c:pt>
                  <c:pt idx="453">
                    <c:v/>
                  </c:pt>
                  <c:pt idx="454">
                    <c:v/>
                  </c:pt>
                  <c:pt idx="455">
                    <c:v/>
                  </c:pt>
                  <c:pt idx="456">
                    <c:v/>
                  </c:pt>
                  <c:pt idx="457">
                    <c:v/>
                  </c:pt>
                  <c:pt idx="458">
                    <c:v/>
                  </c:pt>
                  <c:pt idx="459">
                    <c:v/>
                  </c:pt>
                  <c:pt idx="460">
                    <c:v/>
                  </c:pt>
                  <c:pt idx="461">
                    <c:v/>
                  </c:pt>
                  <c:pt idx="462">
                    <c:v/>
                  </c:pt>
                  <c:pt idx="463">
                    <c:v/>
                  </c:pt>
                  <c:pt idx="464">
                    <c:v/>
                  </c:pt>
                  <c:pt idx="465">
                    <c:v/>
                  </c:pt>
                  <c:pt idx="466">
                    <c:v/>
                  </c:pt>
                  <c:pt idx="467">
                    <c:v/>
                  </c:pt>
                  <c:pt idx="468">
                    <c:v/>
                  </c:pt>
                  <c:pt idx="469">
                    <c:v/>
                  </c:pt>
                  <c:pt idx="470">
                    <c:v/>
                  </c:pt>
                  <c:pt idx="471">
                    <c:v/>
                  </c:pt>
                  <c:pt idx="472">
                    <c:v/>
                  </c:pt>
                  <c:pt idx="473">
                    <c:v/>
                  </c:pt>
                  <c:pt idx="474">
                    <c:v/>
                  </c:pt>
                  <c:pt idx="475">
                    <c:v/>
                  </c:pt>
                  <c:pt idx="476">
                    <c:v/>
                  </c:pt>
                  <c:pt idx="477">
                    <c:v/>
                  </c:pt>
                  <c:pt idx="478">
                    <c:v/>
                  </c:pt>
                  <c:pt idx="479">
                    <c:v/>
                  </c:pt>
                  <c:pt idx="480">
                    <c:v/>
                  </c:pt>
                  <c:pt idx="481">
                    <c:v>22 Aug</c:v>
                  </c:pt>
                  <c:pt idx="482">
                    <c:v/>
                  </c:pt>
                  <c:pt idx="483">
                    <c:v/>
                  </c:pt>
                  <c:pt idx="484">
                    <c:v/>
                  </c:pt>
                  <c:pt idx="485">
                    <c:v/>
                  </c:pt>
                  <c:pt idx="486">
                    <c:v/>
                  </c:pt>
                  <c:pt idx="487">
                    <c:v/>
                  </c:pt>
                  <c:pt idx="488">
                    <c:v/>
                  </c:pt>
                  <c:pt idx="489">
                    <c:v/>
                  </c:pt>
                  <c:pt idx="490">
                    <c:v/>
                  </c:pt>
                  <c:pt idx="491">
                    <c:v/>
                  </c:pt>
                  <c:pt idx="492">
                    <c:v/>
                  </c:pt>
                  <c:pt idx="493">
                    <c:v/>
                  </c:pt>
                  <c:pt idx="494">
                    <c:v/>
                  </c:pt>
                  <c:pt idx="495">
                    <c:v/>
                  </c:pt>
                  <c:pt idx="496">
                    <c:v/>
                  </c:pt>
                  <c:pt idx="497">
                    <c:v/>
                  </c:pt>
                  <c:pt idx="498">
                    <c:v/>
                  </c:pt>
                  <c:pt idx="499">
                    <c:v/>
                  </c:pt>
                  <c:pt idx="500">
                    <c:v/>
                  </c:pt>
                  <c:pt idx="501">
                    <c:v/>
                  </c:pt>
                  <c:pt idx="502">
                    <c:v/>
                  </c:pt>
                  <c:pt idx="503">
                    <c:v/>
                  </c:pt>
                  <c:pt idx="504">
                    <c:v/>
                  </c:pt>
                  <c:pt idx="505">
                    <c:v/>
                  </c:pt>
                  <c:pt idx="506">
                    <c:v/>
                  </c:pt>
                  <c:pt idx="507">
                    <c:v/>
                  </c:pt>
                  <c:pt idx="508">
                    <c:v/>
                  </c:pt>
                  <c:pt idx="509">
                    <c:v/>
                  </c:pt>
                  <c:pt idx="510">
                    <c:v/>
                  </c:pt>
                  <c:pt idx="511">
                    <c:v/>
                  </c:pt>
                  <c:pt idx="512">
                    <c:v/>
                  </c:pt>
                  <c:pt idx="513">
                    <c:v/>
                  </c:pt>
                  <c:pt idx="514">
                    <c:v/>
                  </c:pt>
                  <c:pt idx="515">
                    <c:v/>
                  </c:pt>
                  <c:pt idx="516">
                    <c:v/>
                  </c:pt>
                  <c:pt idx="517">
                    <c:v/>
                  </c:pt>
                  <c:pt idx="518">
                    <c:v/>
                  </c:pt>
                  <c:pt idx="519">
                    <c:v/>
                  </c:pt>
                  <c:pt idx="520">
                    <c:v/>
                  </c:pt>
                  <c:pt idx="521">
                    <c:v/>
                  </c:pt>
                  <c:pt idx="522">
                    <c:v/>
                  </c:pt>
                  <c:pt idx="523">
                    <c:v/>
                  </c:pt>
                  <c:pt idx="524">
                    <c:v/>
                  </c:pt>
                  <c:pt idx="525">
                    <c:v/>
                  </c:pt>
                  <c:pt idx="526">
                    <c:v/>
                  </c:pt>
                  <c:pt idx="527">
                    <c:v/>
                  </c:pt>
                  <c:pt idx="528">
                    <c:v/>
                  </c:pt>
                  <c:pt idx="529">
                    <c:v/>
                  </c:pt>
                  <c:pt idx="530">
                    <c:v/>
                  </c:pt>
                  <c:pt idx="531">
                    <c:v/>
                  </c:pt>
                  <c:pt idx="532">
                    <c:v/>
                  </c:pt>
                  <c:pt idx="533">
                    <c:v/>
                  </c:pt>
                  <c:pt idx="534">
                    <c:v/>
                  </c:pt>
                  <c:pt idx="535">
                    <c:v/>
                  </c:pt>
                  <c:pt idx="536">
                    <c:v/>
                  </c:pt>
                  <c:pt idx="537">
                    <c:v/>
                  </c:pt>
                  <c:pt idx="538">
                    <c:v/>
                  </c:pt>
                  <c:pt idx="539">
                    <c:v/>
                  </c:pt>
                  <c:pt idx="540">
                    <c:v/>
                  </c:pt>
                  <c:pt idx="541">
                    <c:v/>
                  </c:pt>
                  <c:pt idx="542">
                    <c:v/>
                  </c:pt>
                  <c:pt idx="543">
                    <c:v/>
                  </c:pt>
                  <c:pt idx="544">
                    <c:v/>
                  </c:pt>
                  <c:pt idx="545">
                    <c:v/>
                  </c:pt>
                  <c:pt idx="546">
                    <c:v/>
                  </c:pt>
                  <c:pt idx="547">
                    <c:v/>
                  </c:pt>
                  <c:pt idx="548">
                    <c:v/>
                  </c:pt>
                  <c:pt idx="549">
                    <c:v/>
                  </c:pt>
                  <c:pt idx="550">
                    <c:v/>
                  </c:pt>
                  <c:pt idx="551">
                    <c:v/>
                  </c:pt>
                  <c:pt idx="552">
                    <c:v/>
                  </c:pt>
                  <c:pt idx="553">
                    <c:v/>
                  </c:pt>
                  <c:pt idx="554">
                    <c:v/>
                  </c:pt>
                  <c:pt idx="555">
                    <c:v/>
                  </c:pt>
                  <c:pt idx="556">
                    <c:v/>
                  </c:pt>
                  <c:pt idx="557">
                    <c:v/>
                  </c:pt>
                  <c:pt idx="558">
                    <c:v/>
                  </c:pt>
                  <c:pt idx="559">
                    <c:v/>
                  </c:pt>
                  <c:pt idx="560">
                    <c:v/>
                  </c:pt>
                  <c:pt idx="561">
                    <c:v/>
                  </c:pt>
                  <c:pt idx="562">
                    <c:v/>
                  </c:pt>
                  <c:pt idx="563">
                    <c:v/>
                  </c:pt>
                  <c:pt idx="564">
                    <c:v/>
                  </c:pt>
                  <c:pt idx="565">
                    <c:v/>
                  </c:pt>
                  <c:pt idx="566">
                    <c:v/>
                  </c:pt>
                  <c:pt idx="567">
                    <c:v/>
                  </c:pt>
                  <c:pt idx="568">
                    <c:v/>
                  </c:pt>
                  <c:pt idx="569">
                    <c:v/>
                  </c:pt>
                  <c:pt idx="570">
                    <c:v/>
                  </c:pt>
                  <c:pt idx="571">
                    <c:v/>
                  </c:pt>
                  <c:pt idx="572">
                    <c:v/>
                  </c:pt>
                  <c:pt idx="573">
                    <c:v/>
                  </c:pt>
                  <c:pt idx="574">
                    <c:v/>
                  </c:pt>
                  <c:pt idx="575">
                    <c:v/>
                  </c:pt>
                  <c:pt idx="576">
                    <c:v/>
                  </c:pt>
                  <c:pt idx="577">
                    <c:v/>
                  </c:pt>
                  <c:pt idx="578">
                    <c:v/>
                  </c:pt>
                  <c:pt idx="579">
                    <c:v/>
                  </c:pt>
                  <c:pt idx="580">
                    <c:v/>
                  </c:pt>
                  <c:pt idx="581">
                    <c:v/>
                  </c:pt>
                  <c:pt idx="582">
                    <c:v/>
                  </c:pt>
                  <c:pt idx="583">
                    <c:v/>
                  </c:pt>
                  <c:pt idx="584">
                    <c:v/>
                  </c:pt>
                  <c:pt idx="585">
                    <c:v/>
                  </c:pt>
                  <c:pt idx="586">
                    <c:v/>
                  </c:pt>
                  <c:pt idx="587">
                    <c:v/>
                  </c:pt>
                  <c:pt idx="588">
                    <c:v/>
                  </c:pt>
                  <c:pt idx="589">
                    <c:v/>
                  </c:pt>
                  <c:pt idx="590">
                    <c:v/>
                  </c:pt>
                  <c:pt idx="591">
                    <c:v/>
                  </c:pt>
                  <c:pt idx="592">
                    <c:v/>
                  </c:pt>
                  <c:pt idx="593">
                    <c:v/>
                  </c:pt>
                  <c:pt idx="594">
                    <c:v/>
                  </c:pt>
                  <c:pt idx="595">
                    <c:v/>
                  </c:pt>
                  <c:pt idx="596">
                    <c:v/>
                  </c:pt>
                  <c:pt idx="597">
                    <c:v/>
                  </c:pt>
                  <c:pt idx="598">
                    <c:v/>
                  </c:pt>
                  <c:pt idx="599">
                    <c:v/>
                  </c:pt>
                  <c:pt idx="600">
                    <c:v/>
                  </c:pt>
                  <c:pt idx="601">
                    <c:v/>
                  </c:pt>
                  <c:pt idx="602">
                    <c:v/>
                  </c:pt>
                  <c:pt idx="603">
                    <c:v/>
                  </c:pt>
                  <c:pt idx="604">
                    <c:v/>
                  </c:pt>
                  <c:pt idx="605">
                    <c:v/>
                  </c:pt>
                  <c:pt idx="606">
                    <c:v/>
                  </c:pt>
                  <c:pt idx="607">
                    <c:v/>
                  </c:pt>
                  <c:pt idx="608">
                    <c:v/>
                  </c:pt>
                  <c:pt idx="609">
                    <c:v/>
                  </c:pt>
                  <c:pt idx="610">
                    <c:v/>
                  </c:pt>
                  <c:pt idx="611">
                    <c:v/>
                  </c:pt>
                  <c:pt idx="612">
                    <c:v/>
                  </c:pt>
                  <c:pt idx="613">
                    <c:v/>
                  </c:pt>
                  <c:pt idx="614">
                    <c:v/>
                  </c:pt>
                  <c:pt idx="615">
                    <c:v/>
                  </c:pt>
                  <c:pt idx="616">
                    <c:v/>
                  </c:pt>
                  <c:pt idx="617">
                    <c:v/>
                  </c:pt>
                  <c:pt idx="618">
                    <c:v/>
                  </c:pt>
                  <c:pt idx="619">
                    <c:v/>
                  </c:pt>
                  <c:pt idx="620">
                    <c:v/>
                  </c:pt>
                  <c:pt idx="621">
                    <c:v/>
                  </c:pt>
                  <c:pt idx="622">
                    <c:v/>
                  </c:pt>
                  <c:pt idx="623">
                    <c:v/>
                  </c:pt>
                  <c:pt idx="624">
                    <c:v/>
                  </c:pt>
                  <c:pt idx="625">
                    <c:v/>
                  </c:pt>
                  <c:pt idx="626">
                    <c:v/>
                  </c:pt>
                  <c:pt idx="627">
                    <c:v/>
                  </c:pt>
                  <c:pt idx="628">
                    <c:v/>
                  </c:pt>
                  <c:pt idx="629">
                    <c:v/>
                  </c:pt>
                  <c:pt idx="630">
                    <c:v/>
                  </c:pt>
                  <c:pt idx="631">
                    <c:v/>
                  </c:pt>
                  <c:pt idx="632">
                    <c:v/>
                  </c:pt>
                  <c:pt idx="633">
                    <c:v/>
                  </c:pt>
                  <c:pt idx="634">
                    <c:v/>
                  </c:pt>
                  <c:pt idx="635">
                    <c:v/>
                  </c:pt>
                  <c:pt idx="636">
                    <c:v/>
                  </c:pt>
                  <c:pt idx="637">
                    <c:v/>
                  </c:pt>
                  <c:pt idx="638">
                    <c:v/>
                  </c:pt>
                  <c:pt idx="639">
                    <c:v/>
                  </c:pt>
                  <c:pt idx="640">
                    <c:v/>
                  </c:pt>
                  <c:pt idx="641">
                    <c:v/>
                  </c:pt>
                  <c:pt idx="642">
                    <c:v/>
                  </c:pt>
                  <c:pt idx="643">
                    <c:v/>
                  </c:pt>
                  <c:pt idx="644">
                    <c:v/>
                  </c:pt>
                  <c:pt idx="645">
                    <c:v/>
                  </c:pt>
                  <c:pt idx="646">
                    <c:v/>
                  </c:pt>
                  <c:pt idx="647">
                    <c:v/>
                  </c:pt>
                  <c:pt idx="648">
                    <c:v/>
                  </c:pt>
                  <c:pt idx="649">
                    <c:v>29 Aug</c:v>
                  </c:pt>
                  <c:pt idx="650">
                    <c:v/>
                  </c:pt>
                  <c:pt idx="651">
                    <c:v/>
                  </c:pt>
                  <c:pt idx="652">
                    <c:v/>
                  </c:pt>
                  <c:pt idx="653">
                    <c:v/>
                  </c:pt>
                  <c:pt idx="654">
                    <c:v/>
                  </c:pt>
                  <c:pt idx="655">
                    <c:v/>
                  </c:pt>
                  <c:pt idx="656">
                    <c:v/>
                  </c:pt>
                  <c:pt idx="657">
                    <c:v/>
                  </c:pt>
                  <c:pt idx="658">
                    <c:v/>
                  </c:pt>
                  <c:pt idx="659">
                    <c:v/>
                  </c:pt>
                  <c:pt idx="660">
                    <c:v/>
                  </c:pt>
                  <c:pt idx="661">
                    <c:v/>
                  </c:pt>
                  <c:pt idx="662">
                    <c:v/>
                  </c:pt>
                  <c:pt idx="663">
                    <c:v/>
                  </c:pt>
                  <c:pt idx="664">
                    <c:v/>
                  </c:pt>
                  <c:pt idx="665">
                    <c:v/>
                  </c:pt>
                  <c:pt idx="666">
                    <c:v/>
                  </c:pt>
                  <c:pt idx="667">
                    <c:v/>
                  </c:pt>
                  <c:pt idx="668">
                    <c:v/>
                  </c:pt>
                  <c:pt idx="669">
                    <c:v/>
                  </c:pt>
                  <c:pt idx="670">
                    <c:v/>
                  </c:pt>
                  <c:pt idx="671">
                    <c:v/>
                  </c:pt>
                  <c:pt idx="672">
                    <c:v/>
                  </c:pt>
                  <c:pt idx="673">
                    <c:v/>
                  </c:pt>
                  <c:pt idx="674">
                    <c:v/>
                  </c:pt>
                  <c:pt idx="675">
                    <c:v/>
                  </c:pt>
                  <c:pt idx="676">
                    <c:v/>
                  </c:pt>
                  <c:pt idx="677">
                    <c:v/>
                  </c:pt>
                  <c:pt idx="678">
                    <c:v/>
                  </c:pt>
                  <c:pt idx="679">
                    <c:v/>
                  </c:pt>
                  <c:pt idx="680">
                    <c:v/>
                  </c:pt>
                  <c:pt idx="681">
                    <c:v/>
                  </c:pt>
                  <c:pt idx="682">
                    <c:v/>
                  </c:pt>
                  <c:pt idx="683">
                    <c:v/>
                  </c:pt>
                  <c:pt idx="684">
                    <c:v/>
                  </c:pt>
                  <c:pt idx="685">
                    <c:v/>
                  </c:pt>
                  <c:pt idx="686">
                    <c:v/>
                  </c:pt>
                  <c:pt idx="687">
                    <c:v/>
                  </c:pt>
                  <c:pt idx="688">
                    <c:v/>
                  </c:pt>
                  <c:pt idx="689">
                    <c:v/>
                  </c:pt>
                  <c:pt idx="690">
                    <c:v/>
                  </c:pt>
                  <c:pt idx="691">
                    <c:v/>
                  </c:pt>
                  <c:pt idx="692">
                    <c:v/>
                  </c:pt>
                  <c:pt idx="693">
                    <c:v/>
                  </c:pt>
                  <c:pt idx="694">
                    <c:v/>
                  </c:pt>
                  <c:pt idx="695">
                    <c:v/>
                  </c:pt>
                  <c:pt idx="696">
                    <c:v/>
                  </c:pt>
                  <c:pt idx="697">
                    <c:v/>
                  </c:pt>
                  <c:pt idx="698">
                    <c:v/>
                  </c:pt>
                  <c:pt idx="699">
                    <c:v/>
                  </c:pt>
                  <c:pt idx="700">
                    <c:v/>
                  </c:pt>
                  <c:pt idx="701">
                    <c:v/>
                  </c:pt>
                  <c:pt idx="702">
                    <c:v/>
                  </c:pt>
                  <c:pt idx="703">
                    <c:v/>
                  </c:pt>
                  <c:pt idx="704">
                    <c:v/>
                  </c:pt>
                  <c:pt idx="705">
                    <c:v/>
                  </c:pt>
                  <c:pt idx="706">
                    <c:v/>
                  </c:pt>
                  <c:pt idx="707">
                    <c:v/>
                  </c:pt>
                  <c:pt idx="708">
                    <c:v/>
                  </c:pt>
                  <c:pt idx="709">
                    <c:v/>
                  </c:pt>
                  <c:pt idx="710">
                    <c:v/>
                  </c:pt>
                  <c:pt idx="711">
                    <c:v/>
                  </c:pt>
                  <c:pt idx="712">
                    <c:v/>
                  </c:pt>
                  <c:pt idx="713">
                    <c:v/>
                  </c:pt>
                  <c:pt idx="714">
                    <c:v/>
                  </c:pt>
                  <c:pt idx="715">
                    <c:v/>
                  </c:pt>
                  <c:pt idx="716">
                    <c:v/>
                  </c:pt>
                  <c:pt idx="717">
                    <c:v/>
                  </c:pt>
                  <c:pt idx="718">
                    <c:v/>
                  </c:pt>
                  <c:pt idx="719">
                    <c:v/>
                  </c:pt>
                  <c:pt idx="720">
                    <c:v/>
                  </c:pt>
                </c:lvl>
              </c:multiLvlStrCache>
            </c:multiLvlStrRef>
          </c:cat>
          <c:val>
            <c:numRef>
              <c:f>Sheet1!$B$2:$B$722</c:f>
              <c:numCache>
                <c:formatCode>General</c:formatCode>
                <c:ptCount val="721"/>
                <c:pt idx="0">
                  <c:v>5.67</c:v>
                </c:pt>
                <c:pt idx="1">
                  <c:v>5.79</c:v>
                </c:pt>
                <c:pt idx="2">
                  <c:v>5.71</c:v>
                </c:pt>
                <c:pt idx="3">
                  <c:v>5.7</c:v>
                </c:pt>
                <c:pt idx="4">
                  <c:v>5.7</c:v>
                </c:pt>
                <c:pt idx="5">
                  <c:v>5.83</c:v>
                </c:pt>
                <c:pt idx="6">
                  <c:v>5.64</c:v>
                </c:pt>
                <c:pt idx="7">
                  <c:v>5.82</c:v>
                </c:pt>
                <c:pt idx="8">
                  <c:v>5.82</c:v>
                </c:pt>
                <c:pt idx="9">
                  <c:v>5.8</c:v>
                </c:pt>
                <c:pt idx="10">
                  <c:v>5.85</c:v>
                </c:pt>
                <c:pt idx="11">
                  <c:v>4.72</c:v>
                </c:pt>
                <c:pt idx="12">
                  <c:v>5.82</c:v>
                </c:pt>
                <c:pt idx="13">
                  <c:v>5.64</c:v>
                </c:pt>
                <c:pt idx="14">
                  <c:v>5.75</c:v>
                </c:pt>
                <c:pt idx="15">
                  <c:v>5.66</c:v>
                </c:pt>
                <c:pt idx="16">
                  <c:v>5.74</c:v>
                </c:pt>
                <c:pt idx="17">
                  <c:v>5.77</c:v>
                </c:pt>
                <c:pt idx="18">
                  <c:v>3.74</c:v>
                </c:pt>
                <c:pt idx="19">
                  <c:v>5.78</c:v>
                </c:pt>
                <c:pt idx="20">
                  <c:v>5.65</c:v>
                </c:pt>
                <c:pt idx="21">
                  <c:v>5.65</c:v>
                </c:pt>
                <c:pt idx="22">
                  <c:v>5.82</c:v>
                </c:pt>
                <c:pt idx="23">
                  <c:v>5.77</c:v>
                </c:pt>
                <c:pt idx="24">
                  <c:v>5.86</c:v>
                </c:pt>
                <c:pt idx="25">
                  <c:v>5.71</c:v>
                </c:pt>
                <c:pt idx="26">
                  <c:v>5.83</c:v>
                </c:pt>
                <c:pt idx="27">
                  <c:v>5.71</c:v>
                </c:pt>
                <c:pt idx="28">
                  <c:v>5.77</c:v>
                </c:pt>
                <c:pt idx="29">
                  <c:v>5.79</c:v>
                </c:pt>
                <c:pt idx="30">
                  <c:v>5.77</c:v>
                </c:pt>
                <c:pt idx="31">
                  <c:v>5.84</c:v>
                </c:pt>
                <c:pt idx="32">
                  <c:v>5.68</c:v>
                </c:pt>
                <c:pt idx="33">
                  <c:v>5.7</c:v>
                </c:pt>
                <c:pt idx="34">
                  <c:v>5.67</c:v>
                </c:pt>
                <c:pt idx="35">
                  <c:v>5.78</c:v>
                </c:pt>
                <c:pt idx="36">
                  <c:v>5.76</c:v>
                </c:pt>
                <c:pt idx="37">
                  <c:v>5.76</c:v>
                </c:pt>
                <c:pt idx="38">
                  <c:v>5.76</c:v>
                </c:pt>
                <c:pt idx="39">
                  <c:v>5.79</c:v>
                </c:pt>
                <c:pt idx="40">
                  <c:v>5.81</c:v>
                </c:pt>
                <c:pt idx="41">
                  <c:v>5.65</c:v>
                </c:pt>
                <c:pt idx="42">
                  <c:v>5.65</c:v>
                </c:pt>
                <c:pt idx="43">
                  <c:v>5.83</c:v>
                </c:pt>
                <c:pt idx="44">
                  <c:v>5.84</c:v>
                </c:pt>
                <c:pt idx="45">
                  <c:v>5.66</c:v>
                </c:pt>
                <c:pt idx="46">
                  <c:v>5.66</c:v>
                </c:pt>
                <c:pt idx="47">
                  <c:v>4.76</c:v>
                </c:pt>
                <c:pt idx="48">
                  <c:v>5.72</c:v>
                </c:pt>
                <c:pt idx="49">
                  <c:v>5.73</c:v>
                </c:pt>
                <c:pt idx="50">
                  <c:v>5.67</c:v>
                </c:pt>
                <c:pt idx="51">
                  <c:v>5.76</c:v>
                </c:pt>
                <c:pt idx="52">
                  <c:v>5.65</c:v>
                </c:pt>
                <c:pt idx="53">
                  <c:v>5.64</c:v>
                </c:pt>
                <c:pt idx="54">
                  <c:v>5.69</c:v>
                </c:pt>
                <c:pt idx="55">
                  <c:v>5.86</c:v>
                </c:pt>
                <c:pt idx="56">
                  <c:v>5.72</c:v>
                </c:pt>
                <c:pt idx="57">
                  <c:v>5.79</c:v>
                </c:pt>
                <c:pt idx="58">
                  <c:v>5.72</c:v>
                </c:pt>
                <c:pt idx="59">
                  <c:v>5.68</c:v>
                </c:pt>
                <c:pt idx="60">
                  <c:v>5.65</c:v>
                </c:pt>
                <c:pt idx="61">
                  <c:v>5.7</c:v>
                </c:pt>
                <c:pt idx="62">
                  <c:v>5.72</c:v>
                </c:pt>
                <c:pt idx="63">
                  <c:v>5.82</c:v>
                </c:pt>
                <c:pt idx="64">
                  <c:v>5.84</c:v>
                </c:pt>
                <c:pt idx="65">
                  <c:v>0.08</c:v>
                </c:pt>
                <c:pt idx="66">
                  <c:v>5.67</c:v>
                </c:pt>
                <c:pt idx="67">
                  <c:v>5.68</c:v>
                </c:pt>
                <c:pt idx="68">
                  <c:v>5.86</c:v>
                </c:pt>
                <c:pt idx="69">
                  <c:v>5.72</c:v>
                </c:pt>
                <c:pt idx="70">
                  <c:v>5.81</c:v>
                </c:pt>
                <c:pt idx="71">
                  <c:v>5.7</c:v>
                </c:pt>
                <c:pt idx="72">
                  <c:v>5.66</c:v>
                </c:pt>
                <c:pt idx="73">
                  <c:v>5.85</c:v>
                </c:pt>
                <c:pt idx="74">
                  <c:v>5.73</c:v>
                </c:pt>
                <c:pt idx="75">
                  <c:v>5.84</c:v>
                </c:pt>
                <c:pt idx="76">
                  <c:v>5.84</c:v>
                </c:pt>
                <c:pt idx="77">
                  <c:v>5.84</c:v>
                </c:pt>
                <c:pt idx="78">
                  <c:v>5.73</c:v>
                </c:pt>
                <c:pt idx="79">
                  <c:v>5.38</c:v>
                </c:pt>
                <c:pt idx="80">
                  <c:v>5.65</c:v>
                </c:pt>
                <c:pt idx="81">
                  <c:v>5.67</c:v>
                </c:pt>
                <c:pt idx="82">
                  <c:v>5.73</c:v>
                </c:pt>
                <c:pt idx="83">
                  <c:v>5.67</c:v>
                </c:pt>
                <c:pt idx="84">
                  <c:v>5.66</c:v>
                </c:pt>
                <c:pt idx="85">
                  <c:v>5.74</c:v>
                </c:pt>
                <c:pt idx="86">
                  <c:v>5.82</c:v>
                </c:pt>
                <c:pt idx="87">
                  <c:v>5.75</c:v>
                </c:pt>
                <c:pt idx="88">
                  <c:v>5.81</c:v>
                </c:pt>
                <c:pt idx="89">
                  <c:v>5.8</c:v>
                </c:pt>
                <c:pt idx="90">
                  <c:v>5.71</c:v>
                </c:pt>
                <c:pt idx="91">
                  <c:v>5.68</c:v>
                </c:pt>
                <c:pt idx="92">
                  <c:v>5.68</c:v>
                </c:pt>
                <c:pt idx="93">
                  <c:v>5.77</c:v>
                </c:pt>
                <c:pt idx="94">
                  <c:v>5.82</c:v>
                </c:pt>
                <c:pt idx="95">
                  <c:v>5.65</c:v>
                </c:pt>
                <c:pt idx="96">
                  <c:v>5.72</c:v>
                </c:pt>
                <c:pt idx="97">
                  <c:v>5.79</c:v>
                </c:pt>
                <c:pt idx="98">
                  <c:v>5.67</c:v>
                </c:pt>
                <c:pt idx="99">
                  <c:v>5.71</c:v>
                </c:pt>
                <c:pt idx="100">
                  <c:v>5.74</c:v>
                </c:pt>
                <c:pt idx="101">
                  <c:v>5.73</c:v>
                </c:pt>
                <c:pt idx="102">
                  <c:v>5.65</c:v>
                </c:pt>
                <c:pt idx="103">
                  <c:v>5.69</c:v>
                </c:pt>
                <c:pt idx="104">
                  <c:v>5.67</c:v>
                </c:pt>
                <c:pt idx="105">
                  <c:v>5.8</c:v>
                </c:pt>
                <c:pt idx="106">
                  <c:v>5.65</c:v>
                </c:pt>
                <c:pt idx="107">
                  <c:v>5.67</c:v>
                </c:pt>
                <c:pt idx="108">
                  <c:v>5.83</c:v>
                </c:pt>
                <c:pt idx="109">
                  <c:v>5.74</c:v>
                </c:pt>
                <c:pt idx="110">
                  <c:v>5.72</c:v>
                </c:pt>
                <c:pt idx="111">
                  <c:v>5.66</c:v>
                </c:pt>
                <c:pt idx="112">
                  <c:v>5.79</c:v>
                </c:pt>
                <c:pt idx="113">
                  <c:v>5.78</c:v>
                </c:pt>
                <c:pt idx="114">
                  <c:v>5.77</c:v>
                </c:pt>
                <c:pt idx="115">
                  <c:v>5.62</c:v>
                </c:pt>
                <c:pt idx="116">
                  <c:v>5.77</c:v>
                </c:pt>
                <c:pt idx="117">
                  <c:v>5.85</c:v>
                </c:pt>
                <c:pt idx="118">
                  <c:v>5.79</c:v>
                </c:pt>
                <c:pt idx="119">
                  <c:v>5.31</c:v>
                </c:pt>
                <c:pt idx="120">
                  <c:v>5.65</c:v>
                </c:pt>
                <c:pt idx="121">
                  <c:v>5.82</c:v>
                </c:pt>
                <c:pt idx="122">
                  <c:v>5.75</c:v>
                </c:pt>
                <c:pt idx="123">
                  <c:v>5.64</c:v>
                </c:pt>
                <c:pt idx="124">
                  <c:v>5.85</c:v>
                </c:pt>
                <c:pt idx="125">
                  <c:v>5.66</c:v>
                </c:pt>
                <c:pt idx="126">
                  <c:v>5.81</c:v>
                </c:pt>
                <c:pt idx="127">
                  <c:v>5.82</c:v>
                </c:pt>
                <c:pt idx="128">
                  <c:v>5.77</c:v>
                </c:pt>
                <c:pt idx="129">
                  <c:v>5.77</c:v>
                </c:pt>
                <c:pt idx="130">
                  <c:v>5.64</c:v>
                </c:pt>
                <c:pt idx="131">
                  <c:v>5.67</c:v>
                </c:pt>
                <c:pt idx="132">
                  <c:v>5.66</c:v>
                </c:pt>
                <c:pt idx="133">
                  <c:v>5.81</c:v>
                </c:pt>
                <c:pt idx="134">
                  <c:v>5.68</c:v>
                </c:pt>
                <c:pt idx="135">
                  <c:v>5.66</c:v>
                </c:pt>
                <c:pt idx="136">
                  <c:v>5.69</c:v>
                </c:pt>
                <c:pt idx="137">
                  <c:v>5.68</c:v>
                </c:pt>
                <c:pt idx="138">
                  <c:v>5.67</c:v>
                </c:pt>
                <c:pt idx="139">
                  <c:v>5.75</c:v>
                </c:pt>
                <c:pt idx="140">
                  <c:v>5.71</c:v>
                </c:pt>
                <c:pt idx="141">
                  <c:v>4.04</c:v>
                </c:pt>
                <c:pt idx="142">
                  <c:v>5.68</c:v>
                </c:pt>
                <c:pt idx="143">
                  <c:v>5.76</c:v>
                </c:pt>
                <c:pt idx="144">
                  <c:v>5.69</c:v>
                </c:pt>
                <c:pt idx="145">
                  <c:v>5.79</c:v>
                </c:pt>
                <c:pt idx="146">
                  <c:v>5.79</c:v>
                </c:pt>
                <c:pt idx="147">
                  <c:v>5.73</c:v>
                </c:pt>
                <c:pt idx="148">
                  <c:v>5.82</c:v>
                </c:pt>
                <c:pt idx="149">
                  <c:v>5.85</c:v>
                </c:pt>
                <c:pt idx="150">
                  <c:v>5.81</c:v>
                </c:pt>
                <c:pt idx="151">
                  <c:v>5.72</c:v>
                </c:pt>
                <c:pt idx="152">
                  <c:v>5.65</c:v>
                </c:pt>
                <c:pt idx="153">
                  <c:v>5.65</c:v>
                </c:pt>
                <c:pt idx="154">
                  <c:v>5.66</c:v>
                </c:pt>
                <c:pt idx="155">
                  <c:v>5.81</c:v>
                </c:pt>
                <c:pt idx="156">
                  <c:v>5.83</c:v>
                </c:pt>
                <c:pt idx="157">
                  <c:v>5.8</c:v>
                </c:pt>
                <c:pt idx="158">
                  <c:v>5.78</c:v>
                </c:pt>
                <c:pt idx="159">
                  <c:v>5.64</c:v>
                </c:pt>
                <c:pt idx="160">
                  <c:v>5.76</c:v>
                </c:pt>
                <c:pt idx="161">
                  <c:v>5.84</c:v>
                </c:pt>
                <c:pt idx="162">
                  <c:v>5.7</c:v>
                </c:pt>
                <c:pt idx="163">
                  <c:v>-0.91</c:v>
                </c:pt>
                <c:pt idx="164">
                  <c:v>5.84</c:v>
                </c:pt>
                <c:pt idx="165">
                  <c:v>5.32</c:v>
                </c:pt>
                <c:pt idx="166">
                  <c:v>5.67</c:v>
                </c:pt>
                <c:pt idx="167">
                  <c:v>5.67</c:v>
                </c:pt>
                <c:pt idx="168">
                  <c:v>5.78</c:v>
                </c:pt>
                <c:pt idx="169">
                  <c:v>5.79</c:v>
                </c:pt>
                <c:pt idx="170">
                  <c:v>5.67</c:v>
                </c:pt>
                <c:pt idx="171">
                  <c:v>4.36</c:v>
                </c:pt>
                <c:pt idx="172">
                  <c:v>5.78</c:v>
                </c:pt>
                <c:pt idx="173">
                  <c:v>5.75</c:v>
                </c:pt>
                <c:pt idx="174">
                  <c:v>5.69</c:v>
                </c:pt>
                <c:pt idx="175">
                  <c:v>5.8</c:v>
                </c:pt>
                <c:pt idx="176">
                  <c:v>5.74</c:v>
                </c:pt>
                <c:pt idx="177">
                  <c:v>5.79</c:v>
                </c:pt>
                <c:pt idx="178">
                  <c:v>5.85</c:v>
                </c:pt>
                <c:pt idx="179">
                  <c:v>5.85</c:v>
                </c:pt>
                <c:pt idx="180">
                  <c:v>5.67</c:v>
                </c:pt>
                <c:pt idx="181">
                  <c:v>5.69</c:v>
                </c:pt>
                <c:pt idx="182">
                  <c:v>5.79</c:v>
                </c:pt>
                <c:pt idx="183">
                  <c:v>5.73</c:v>
                </c:pt>
                <c:pt idx="184">
                  <c:v>5.76</c:v>
                </c:pt>
                <c:pt idx="185">
                  <c:v>5.76</c:v>
                </c:pt>
                <c:pt idx="186">
                  <c:v>5.66</c:v>
                </c:pt>
                <c:pt idx="187">
                  <c:v>5.66</c:v>
                </c:pt>
                <c:pt idx="188">
                  <c:v>5.67</c:v>
                </c:pt>
                <c:pt idx="189">
                  <c:v>2.07</c:v>
                </c:pt>
                <c:pt idx="190">
                  <c:v>5.66</c:v>
                </c:pt>
                <c:pt idx="191">
                  <c:v>5.79</c:v>
                </c:pt>
                <c:pt idx="192">
                  <c:v>5.84</c:v>
                </c:pt>
                <c:pt idx="193">
                  <c:v>5.72</c:v>
                </c:pt>
                <c:pt idx="194">
                  <c:v>5.73</c:v>
                </c:pt>
                <c:pt idx="195">
                  <c:v>5.66</c:v>
                </c:pt>
                <c:pt idx="196">
                  <c:v>5.71</c:v>
                </c:pt>
                <c:pt idx="197">
                  <c:v>5.81</c:v>
                </c:pt>
                <c:pt idx="198">
                  <c:v>5.86</c:v>
                </c:pt>
                <c:pt idx="199">
                  <c:v>5.84</c:v>
                </c:pt>
                <c:pt idx="200">
                  <c:v>5.75</c:v>
                </c:pt>
                <c:pt idx="201">
                  <c:v>5.74</c:v>
                </c:pt>
                <c:pt idx="202">
                  <c:v>5.67</c:v>
                </c:pt>
                <c:pt idx="203">
                  <c:v>5.7</c:v>
                </c:pt>
                <c:pt idx="204">
                  <c:v>5.77</c:v>
                </c:pt>
                <c:pt idx="205">
                  <c:v>5.8</c:v>
                </c:pt>
                <c:pt idx="206">
                  <c:v>5.71</c:v>
                </c:pt>
                <c:pt idx="207">
                  <c:v>5.68</c:v>
                </c:pt>
                <c:pt idx="208">
                  <c:v>5.81</c:v>
                </c:pt>
                <c:pt idx="209">
                  <c:v>5.76</c:v>
                </c:pt>
                <c:pt idx="210">
                  <c:v>5.69</c:v>
                </c:pt>
                <c:pt idx="211">
                  <c:v>5.64</c:v>
                </c:pt>
                <c:pt idx="212">
                  <c:v>5.82</c:v>
                </c:pt>
                <c:pt idx="213">
                  <c:v>5.78</c:v>
                </c:pt>
                <c:pt idx="214">
                  <c:v>5.79</c:v>
                </c:pt>
                <c:pt idx="215">
                  <c:v>5.75</c:v>
                </c:pt>
                <c:pt idx="216">
                  <c:v>5.78</c:v>
                </c:pt>
                <c:pt idx="217">
                  <c:v>5.82</c:v>
                </c:pt>
                <c:pt idx="218">
                  <c:v>5.79</c:v>
                </c:pt>
                <c:pt idx="219">
                  <c:v>5.71</c:v>
                </c:pt>
                <c:pt idx="220">
                  <c:v>5.79</c:v>
                </c:pt>
                <c:pt idx="221">
                  <c:v>5.72</c:v>
                </c:pt>
                <c:pt idx="222">
                  <c:v>5.7</c:v>
                </c:pt>
                <c:pt idx="223">
                  <c:v>5.77</c:v>
                </c:pt>
                <c:pt idx="224">
                  <c:v>5.69</c:v>
                </c:pt>
                <c:pt idx="225">
                  <c:v>5.79</c:v>
                </c:pt>
                <c:pt idx="226">
                  <c:v>5.69</c:v>
                </c:pt>
                <c:pt idx="227">
                  <c:v>5.73</c:v>
                </c:pt>
                <c:pt idx="228">
                  <c:v>5.8</c:v>
                </c:pt>
                <c:pt idx="229">
                  <c:v>5.79</c:v>
                </c:pt>
                <c:pt idx="230">
                  <c:v>5.74</c:v>
                </c:pt>
                <c:pt idx="231">
                  <c:v>5.21</c:v>
                </c:pt>
                <c:pt idx="232">
                  <c:v>5.83</c:v>
                </c:pt>
                <c:pt idx="233">
                  <c:v>4.83</c:v>
                </c:pt>
                <c:pt idx="234">
                  <c:v>5.76</c:v>
                </c:pt>
                <c:pt idx="235">
                  <c:v>5.3</c:v>
                </c:pt>
                <c:pt idx="236">
                  <c:v>5.65</c:v>
                </c:pt>
                <c:pt idx="237">
                  <c:v>5.77</c:v>
                </c:pt>
                <c:pt idx="238">
                  <c:v>5.73</c:v>
                </c:pt>
                <c:pt idx="239">
                  <c:v>5.75</c:v>
                </c:pt>
                <c:pt idx="240">
                  <c:v>5.67</c:v>
                </c:pt>
                <c:pt idx="241">
                  <c:v>5.72</c:v>
                </c:pt>
                <c:pt idx="242">
                  <c:v>5.65</c:v>
                </c:pt>
                <c:pt idx="243">
                  <c:v>5.83</c:v>
                </c:pt>
                <c:pt idx="244">
                  <c:v>5.09</c:v>
                </c:pt>
                <c:pt idx="245">
                  <c:v>5.84</c:v>
                </c:pt>
                <c:pt idx="246">
                  <c:v>5.67</c:v>
                </c:pt>
                <c:pt idx="247">
                  <c:v>5.81</c:v>
                </c:pt>
                <c:pt idx="248">
                  <c:v>5.83</c:v>
                </c:pt>
                <c:pt idx="249">
                  <c:v>5.78</c:v>
                </c:pt>
                <c:pt idx="250">
                  <c:v>5.77</c:v>
                </c:pt>
                <c:pt idx="251">
                  <c:v>5.7</c:v>
                </c:pt>
                <c:pt idx="252">
                  <c:v>5.71</c:v>
                </c:pt>
                <c:pt idx="253">
                  <c:v>5.83</c:v>
                </c:pt>
                <c:pt idx="254">
                  <c:v>5.69</c:v>
                </c:pt>
                <c:pt idx="255">
                  <c:v>5.78</c:v>
                </c:pt>
                <c:pt idx="256">
                  <c:v>5.8</c:v>
                </c:pt>
                <c:pt idx="257">
                  <c:v>5.73</c:v>
                </c:pt>
                <c:pt idx="258">
                  <c:v>5.76</c:v>
                </c:pt>
                <c:pt idx="259">
                  <c:v>5.82</c:v>
                </c:pt>
                <c:pt idx="260">
                  <c:v>5.8</c:v>
                </c:pt>
                <c:pt idx="261">
                  <c:v>5.73</c:v>
                </c:pt>
                <c:pt idx="262">
                  <c:v>5.84</c:v>
                </c:pt>
                <c:pt idx="263">
                  <c:v>5.84</c:v>
                </c:pt>
                <c:pt idx="264">
                  <c:v>5.86</c:v>
                </c:pt>
                <c:pt idx="265">
                  <c:v>5.77</c:v>
                </c:pt>
                <c:pt idx="266">
                  <c:v>5.82</c:v>
                </c:pt>
                <c:pt idx="267">
                  <c:v>5.76</c:v>
                </c:pt>
                <c:pt idx="268">
                  <c:v>5.8</c:v>
                </c:pt>
                <c:pt idx="269">
                  <c:v>5.68</c:v>
                </c:pt>
                <c:pt idx="270">
                  <c:v>5.73</c:v>
                </c:pt>
                <c:pt idx="271">
                  <c:v>5.74</c:v>
                </c:pt>
                <c:pt idx="272">
                  <c:v>5.66</c:v>
                </c:pt>
                <c:pt idx="273">
                  <c:v>5.8</c:v>
                </c:pt>
                <c:pt idx="274">
                  <c:v>5.67</c:v>
                </c:pt>
                <c:pt idx="275">
                  <c:v>5.67</c:v>
                </c:pt>
                <c:pt idx="276">
                  <c:v>5.84</c:v>
                </c:pt>
                <c:pt idx="277">
                  <c:v>5.69</c:v>
                </c:pt>
                <c:pt idx="278">
                  <c:v>5.65</c:v>
                </c:pt>
                <c:pt idx="279">
                  <c:v>5.8</c:v>
                </c:pt>
                <c:pt idx="280">
                  <c:v>5.73</c:v>
                </c:pt>
                <c:pt idx="281">
                  <c:v>5.84</c:v>
                </c:pt>
                <c:pt idx="282">
                  <c:v>5.77</c:v>
                </c:pt>
                <c:pt idx="283">
                  <c:v>5.7</c:v>
                </c:pt>
                <c:pt idx="284">
                  <c:v>5.69</c:v>
                </c:pt>
                <c:pt idx="285">
                  <c:v>5.74</c:v>
                </c:pt>
                <c:pt idx="286">
                  <c:v>5.66</c:v>
                </c:pt>
                <c:pt idx="287">
                  <c:v>5.76</c:v>
                </c:pt>
                <c:pt idx="288">
                  <c:v>5.73</c:v>
                </c:pt>
                <c:pt idx="289">
                  <c:v>5.66</c:v>
                </c:pt>
                <c:pt idx="290">
                  <c:v>5.73</c:v>
                </c:pt>
                <c:pt idx="291">
                  <c:v>5.83</c:v>
                </c:pt>
                <c:pt idx="292">
                  <c:v>5.66</c:v>
                </c:pt>
                <c:pt idx="293">
                  <c:v>5.76</c:v>
                </c:pt>
                <c:pt idx="294">
                  <c:v>5.78</c:v>
                </c:pt>
                <c:pt idx="295">
                  <c:v>5.77</c:v>
                </c:pt>
                <c:pt idx="296">
                  <c:v>5.65</c:v>
                </c:pt>
                <c:pt idx="297">
                  <c:v>5.75</c:v>
                </c:pt>
                <c:pt idx="298">
                  <c:v>0.34</c:v>
                </c:pt>
                <c:pt idx="299">
                  <c:v>5.65</c:v>
                </c:pt>
                <c:pt idx="300">
                  <c:v>5.66</c:v>
                </c:pt>
                <c:pt idx="301">
                  <c:v>5.69</c:v>
                </c:pt>
                <c:pt idx="302">
                  <c:v>5.83</c:v>
                </c:pt>
                <c:pt idx="303">
                  <c:v>5.8</c:v>
                </c:pt>
                <c:pt idx="304">
                  <c:v>5.81</c:v>
                </c:pt>
                <c:pt idx="305">
                  <c:v>5.71</c:v>
                </c:pt>
                <c:pt idx="306">
                  <c:v>5.85</c:v>
                </c:pt>
                <c:pt idx="307">
                  <c:v>5.79</c:v>
                </c:pt>
                <c:pt idx="308">
                  <c:v>5.68</c:v>
                </c:pt>
                <c:pt idx="309">
                  <c:v>5.8</c:v>
                </c:pt>
                <c:pt idx="310">
                  <c:v>-0.39</c:v>
                </c:pt>
                <c:pt idx="311">
                  <c:v>5.75</c:v>
                </c:pt>
                <c:pt idx="312">
                  <c:v>5.72</c:v>
                </c:pt>
                <c:pt idx="313">
                  <c:v>5.84</c:v>
                </c:pt>
                <c:pt idx="314">
                  <c:v>5.69</c:v>
                </c:pt>
                <c:pt idx="315">
                  <c:v>5.69</c:v>
                </c:pt>
                <c:pt idx="316">
                  <c:v>5.74</c:v>
                </c:pt>
                <c:pt idx="317">
                  <c:v>5.77</c:v>
                </c:pt>
                <c:pt idx="318">
                  <c:v>5.69</c:v>
                </c:pt>
                <c:pt idx="319">
                  <c:v>5.67</c:v>
                </c:pt>
                <c:pt idx="320">
                  <c:v>5.8</c:v>
                </c:pt>
                <c:pt idx="321">
                  <c:v>5.65</c:v>
                </c:pt>
                <c:pt idx="322">
                  <c:v>5.71</c:v>
                </c:pt>
                <c:pt idx="323">
                  <c:v>5.81</c:v>
                </c:pt>
                <c:pt idx="324">
                  <c:v>5.8</c:v>
                </c:pt>
                <c:pt idx="325">
                  <c:v>5.72</c:v>
                </c:pt>
                <c:pt idx="326">
                  <c:v>5.7</c:v>
                </c:pt>
                <c:pt idx="327">
                  <c:v>5.78</c:v>
                </c:pt>
                <c:pt idx="328">
                  <c:v>5.66</c:v>
                </c:pt>
                <c:pt idx="329">
                  <c:v>5.73</c:v>
                </c:pt>
                <c:pt idx="330">
                  <c:v>5.67</c:v>
                </c:pt>
                <c:pt idx="331">
                  <c:v>5.65</c:v>
                </c:pt>
                <c:pt idx="332">
                  <c:v>5.85</c:v>
                </c:pt>
                <c:pt idx="333">
                  <c:v>5.78</c:v>
                </c:pt>
                <c:pt idx="334">
                  <c:v>5.84</c:v>
                </c:pt>
                <c:pt idx="335">
                  <c:v>5.79</c:v>
                </c:pt>
                <c:pt idx="336">
                  <c:v>5.81</c:v>
                </c:pt>
                <c:pt idx="337">
                  <c:v>5.76</c:v>
                </c:pt>
                <c:pt idx="338">
                  <c:v>5.75</c:v>
                </c:pt>
                <c:pt idx="339">
                  <c:v>5.78</c:v>
                </c:pt>
                <c:pt idx="340">
                  <c:v>5.73</c:v>
                </c:pt>
                <c:pt idx="341">
                  <c:v>5.65</c:v>
                </c:pt>
                <c:pt idx="342">
                  <c:v>5.65</c:v>
                </c:pt>
                <c:pt idx="343">
                  <c:v>5.71</c:v>
                </c:pt>
                <c:pt idx="344">
                  <c:v>5.86</c:v>
                </c:pt>
                <c:pt idx="345">
                  <c:v>5.76</c:v>
                </c:pt>
                <c:pt idx="346">
                  <c:v>5.72</c:v>
                </c:pt>
                <c:pt idx="347">
                  <c:v>5.33</c:v>
                </c:pt>
                <c:pt idx="348">
                  <c:v>5.65</c:v>
                </c:pt>
                <c:pt idx="349">
                  <c:v>5.7</c:v>
                </c:pt>
                <c:pt idx="350">
                  <c:v>5.71</c:v>
                </c:pt>
                <c:pt idx="351">
                  <c:v>5.75</c:v>
                </c:pt>
                <c:pt idx="352">
                  <c:v>5.67</c:v>
                </c:pt>
                <c:pt idx="353">
                  <c:v>5.8</c:v>
                </c:pt>
                <c:pt idx="354">
                  <c:v>5.69</c:v>
                </c:pt>
                <c:pt idx="355">
                  <c:v>5.73</c:v>
                </c:pt>
                <c:pt idx="356">
                  <c:v>5.68</c:v>
                </c:pt>
                <c:pt idx="357">
                  <c:v>5.68</c:v>
                </c:pt>
                <c:pt idx="358">
                  <c:v>-1.63</c:v>
                </c:pt>
                <c:pt idx="359">
                  <c:v>5.7</c:v>
                </c:pt>
                <c:pt idx="360">
                  <c:v>5.7</c:v>
                </c:pt>
                <c:pt idx="361">
                  <c:v>5.73</c:v>
                </c:pt>
                <c:pt idx="362">
                  <c:v>5.75</c:v>
                </c:pt>
                <c:pt idx="363">
                  <c:v>5.81</c:v>
                </c:pt>
                <c:pt idx="364">
                  <c:v>5.82</c:v>
                </c:pt>
                <c:pt idx="365">
                  <c:v>5.79</c:v>
                </c:pt>
                <c:pt idx="366">
                  <c:v>5.78</c:v>
                </c:pt>
                <c:pt idx="367">
                  <c:v>5.78</c:v>
                </c:pt>
                <c:pt idx="368">
                  <c:v>5.78</c:v>
                </c:pt>
                <c:pt idx="369">
                  <c:v>5.76</c:v>
                </c:pt>
                <c:pt idx="370">
                  <c:v>5.68</c:v>
                </c:pt>
                <c:pt idx="371">
                  <c:v>5.71</c:v>
                </c:pt>
                <c:pt idx="372">
                  <c:v>0.1</c:v>
                </c:pt>
                <c:pt idx="373">
                  <c:v>5.81</c:v>
                </c:pt>
                <c:pt idx="374">
                  <c:v>5.82</c:v>
                </c:pt>
                <c:pt idx="375">
                  <c:v>5.83</c:v>
                </c:pt>
                <c:pt idx="376">
                  <c:v>5.73</c:v>
                </c:pt>
                <c:pt idx="377">
                  <c:v>5.76</c:v>
                </c:pt>
                <c:pt idx="378">
                  <c:v>5.78</c:v>
                </c:pt>
                <c:pt idx="379">
                  <c:v>5.84</c:v>
                </c:pt>
                <c:pt idx="380">
                  <c:v>5.77</c:v>
                </c:pt>
                <c:pt idx="381">
                  <c:v>-0.93</c:v>
                </c:pt>
                <c:pt idx="382">
                  <c:v>5.69</c:v>
                </c:pt>
                <c:pt idx="383">
                  <c:v>5.66</c:v>
                </c:pt>
                <c:pt idx="384">
                  <c:v>5.67</c:v>
                </c:pt>
                <c:pt idx="385">
                  <c:v>5.65</c:v>
                </c:pt>
                <c:pt idx="386">
                  <c:v>5.72</c:v>
                </c:pt>
                <c:pt idx="387">
                  <c:v>5.77</c:v>
                </c:pt>
                <c:pt idx="388">
                  <c:v>5.68</c:v>
                </c:pt>
                <c:pt idx="389">
                  <c:v>5.78</c:v>
                </c:pt>
                <c:pt idx="390">
                  <c:v>5.73</c:v>
                </c:pt>
                <c:pt idx="391">
                  <c:v>5.83</c:v>
                </c:pt>
                <c:pt idx="392">
                  <c:v>5.66</c:v>
                </c:pt>
                <c:pt idx="393">
                  <c:v>5.66</c:v>
                </c:pt>
                <c:pt idx="394">
                  <c:v>5.76</c:v>
                </c:pt>
                <c:pt idx="395">
                  <c:v>5.76</c:v>
                </c:pt>
                <c:pt idx="396">
                  <c:v>5.65</c:v>
                </c:pt>
                <c:pt idx="397">
                  <c:v>5.75</c:v>
                </c:pt>
                <c:pt idx="398">
                  <c:v>5.65</c:v>
                </c:pt>
                <c:pt idx="399">
                  <c:v>5.69</c:v>
                </c:pt>
                <c:pt idx="400">
                  <c:v>5.83</c:v>
                </c:pt>
                <c:pt idx="401">
                  <c:v>5.85</c:v>
                </c:pt>
                <c:pt idx="402">
                  <c:v>5.82</c:v>
                </c:pt>
                <c:pt idx="403">
                  <c:v>5.75</c:v>
                </c:pt>
                <c:pt idx="404">
                  <c:v>5.66</c:v>
                </c:pt>
                <c:pt idx="405">
                  <c:v>5.66</c:v>
                </c:pt>
                <c:pt idx="406">
                  <c:v>5.82</c:v>
                </c:pt>
                <c:pt idx="407">
                  <c:v>5.71</c:v>
                </c:pt>
                <c:pt idx="408">
                  <c:v>5.64</c:v>
                </c:pt>
                <c:pt idx="409">
                  <c:v>5.72</c:v>
                </c:pt>
                <c:pt idx="410">
                  <c:v>5.75</c:v>
                </c:pt>
                <c:pt idx="411">
                  <c:v>5.8</c:v>
                </c:pt>
                <c:pt idx="412">
                  <c:v>5.83</c:v>
                </c:pt>
                <c:pt idx="413">
                  <c:v>5.72</c:v>
                </c:pt>
                <c:pt idx="414">
                  <c:v>5.86</c:v>
                </c:pt>
                <c:pt idx="415">
                  <c:v>5.86</c:v>
                </c:pt>
                <c:pt idx="416">
                  <c:v>5.67</c:v>
                </c:pt>
                <c:pt idx="417">
                  <c:v>5.83</c:v>
                </c:pt>
                <c:pt idx="418">
                  <c:v>5.73</c:v>
                </c:pt>
                <c:pt idx="419">
                  <c:v>5.67</c:v>
                </c:pt>
                <c:pt idx="420">
                  <c:v>5.8</c:v>
                </c:pt>
                <c:pt idx="421">
                  <c:v>5.82</c:v>
                </c:pt>
                <c:pt idx="422">
                  <c:v>5.7</c:v>
                </c:pt>
                <c:pt idx="423">
                  <c:v>5.7</c:v>
                </c:pt>
                <c:pt idx="424">
                  <c:v>5.67</c:v>
                </c:pt>
                <c:pt idx="425">
                  <c:v>5.34</c:v>
                </c:pt>
                <c:pt idx="426">
                  <c:v>5.71</c:v>
                </c:pt>
                <c:pt idx="427">
                  <c:v>5.83</c:v>
                </c:pt>
                <c:pt idx="428">
                  <c:v>5.67</c:v>
                </c:pt>
                <c:pt idx="429">
                  <c:v>5.7</c:v>
                </c:pt>
                <c:pt idx="430">
                  <c:v>5.67</c:v>
                </c:pt>
                <c:pt idx="431">
                  <c:v>5.78</c:v>
                </c:pt>
                <c:pt idx="432">
                  <c:v>5.78</c:v>
                </c:pt>
                <c:pt idx="433">
                  <c:v>5.85</c:v>
                </c:pt>
                <c:pt idx="434">
                  <c:v>5.66</c:v>
                </c:pt>
                <c:pt idx="435">
                  <c:v>5.84</c:v>
                </c:pt>
                <c:pt idx="436">
                  <c:v>5.74</c:v>
                </c:pt>
                <c:pt idx="437">
                  <c:v>5.83</c:v>
                </c:pt>
                <c:pt idx="438">
                  <c:v>5.77</c:v>
                </c:pt>
                <c:pt idx="439">
                  <c:v>5.75</c:v>
                </c:pt>
                <c:pt idx="440">
                  <c:v>5.71</c:v>
                </c:pt>
                <c:pt idx="441">
                  <c:v>5.65</c:v>
                </c:pt>
                <c:pt idx="442">
                  <c:v>5.71</c:v>
                </c:pt>
                <c:pt idx="443">
                  <c:v>5.71</c:v>
                </c:pt>
                <c:pt idx="444">
                  <c:v>5.7</c:v>
                </c:pt>
                <c:pt idx="445">
                  <c:v>5.68</c:v>
                </c:pt>
                <c:pt idx="446">
                  <c:v>5.84</c:v>
                </c:pt>
                <c:pt idx="447">
                  <c:v>5.78</c:v>
                </c:pt>
                <c:pt idx="448">
                  <c:v>5.77</c:v>
                </c:pt>
                <c:pt idx="449">
                  <c:v>5.77</c:v>
                </c:pt>
                <c:pt idx="450">
                  <c:v>5.61</c:v>
                </c:pt>
                <c:pt idx="451">
                  <c:v>2.15</c:v>
                </c:pt>
                <c:pt idx="452">
                  <c:v>0.03</c:v>
                </c:pt>
                <c:pt idx="453">
                  <c:v>5.71</c:v>
                </c:pt>
                <c:pt idx="454">
                  <c:v>5.75</c:v>
                </c:pt>
                <c:pt idx="455">
                  <c:v>5.79</c:v>
                </c:pt>
                <c:pt idx="456">
                  <c:v>5.72</c:v>
                </c:pt>
                <c:pt idx="457">
                  <c:v>5.84</c:v>
                </c:pt>
                <c:pt idx="458">
                  <c:v>5.78</c:v>
                </c:pt>
                <c:pt idx="459">
                  <c:v>5.76</c:v>
                </c:pt>
                <c:pt idx="460">
                  <c:v>5.86</c:v>
                </c:pt>
                <c:pt idx="461">
                  <c:v>5.74</c:v>
                </c:pt>
                <c:pt idx="462">
                  <c:v>5.7</c:v>
                </c:pt>
                <c:pt idx="463">
                  <c:v>5.79</c:v>
                </c:pt>
                <c:pt idx="464">
                  <c:v>5.8</c:v>
                </c:pt>
                <c:pt idx="465">
                  <c:v>5.75</c:v>
                </c:pt>
                <c:pt idx="466">
                  <c:v>5.75</c:v>
                </c:pt>
                <c:pt idx="467">
                  <c:v>5.79</c:v>
                </c:pt>
                <c:pt idx="468">
                  <c:v>5.79</c:v>
                </c:pt>
                <c:pt idx="469">
                  <c:v>5.82</c:v>
                </c:pt>
                <c:pt idx="470">
                  <c:v>5.76</c:v>
                </c:pt>
                <c:pt idx="471">
                  <c:v>3.02</c:v>
                </c:pt>
                <c:pt idx="472">
                  <c:v>5.72</c:v>
                </c:pt>
                <c:pt idx="473">
                  <c:v>5.66</c:v>
                </c:pt>
                <c:pt idx="474">
                  <c:v>5.66</c:v>
                </c:pt>
                <c:pt idx="475">
                  <c:v>5.71</c:v>
                </c:pt>
                <c:pt idx="476">
                  <c:v>5.71</c:v>
                </c:pt>
                <c:pt idx="477">
                  <c:v>5.76</c:v>
                </c:pt>
                <c:pt idx="478">
                  <c:v>5.82</c:v>
                </c:pt>
                <c:pt idx="479">
                  <c:v>5.74</c:v>
                </c:pt>
                <c:pt idx="480">
                  <c:v>3.95</c:v>
                </c:pt>
                <c:pt idx="481">
                  <c:v>5.67</c:v>
                </c:pt>
                <c:pt idx="482">
                  <c:v>5.82</c:v>
                </c:pt>
                <c:pt idx="483">
                  <c:v>5.72</c:v>
                </c:pt>
                <c:pt idx="484">
                  <c:v>5.72</c:v>
                </c:pt>
                <c:pt idx="485">
                  <c:v>5.74</c:v>
                </c:pt>
                <c:pt idx="486">
                  <c:v>5.65</c:v>
                </c:pt>
                <c:pt idx="487">
                  <c:v>5.7</c:v>
                </c:pt>
                <c:pt idx="488">
                  <c:v>-1.3</c:v>
                </c:pt>
                <c:pt idx="489">
                  <c:v>5.75</c:v>
                </c:pt>
                <c:pt idx="490">
                  <c:v>5.68</c:v>
                </c:pt>
                <c:pt idx="491">
                  <c:v>5.83</c:v>
                </c:pt>
                <c:pt idx="492">
                  <c:v>5.71</c:v>
                </c:pt>
                <c:pt idx="493">
                  <c:v>5.68</c:v>
                </c:pt>
                <c:pt idx="494">
                  <c:v>5.83</c:v>
                </c:pt>
                <c:pt idx="495">
                  <c:v>5.75</c:v>
                </c:pt>
                <c:pt idx="496">
                  <c:v>5.74</c:v>
                </c:pt>
                <c:pt idx="497">
                  <c:v>5.83</c:v>
                </c:pt>
                <c:pt idx="498">
                  <c:v>5.74</c:v>
                </c:pt>
                <c:pt idx="499">
                  <c:v>5.79</c:v>
                </c:pt>
                <c:pt idx="500">
                  <c:v>5.68</c:v>
                </c:pt>
                <c:pt idx="501">
                  <c:v>5.72</c:v>
                </c:pt>
                <c:pt idx="502">
                  <c:v>5.76</c:v>
                </c:pt>
                <c:pt idx="503">
                  <c:v>5.82</c:v>
                </c:pt>
                <c:pt idx="504">
                  <c:v>5.65</c:v>
                </c:pt>
                <c:pt idx="505">
                  <c:v>5.72</c:v>
                </c:pt>
                <c:pt idx="506">
                  <c:v>5.69</c:v>
                </c:pt>
                <c:pt idx="507">
                  <c:v>5.8</c:v>
                </c:pt>
                <c:pt idx="508">
                  <c:v>5.84</c:v>
                </c:pt>
                <c:pt idx="509">
                  <c:v>5.72</c:v>
                </c:pt>
                <c:pt idx="510">
                  <c:v>4.94</c:v>
                </c:pt>
                <c:pt idx="511">
                  <c:v>5.83</c:v>
                </c:pt>
                <c:pt idx="512">
                  <c:v>5.7</c:v>
                </c:pt>
                <c:pt idx="513">
                  <c:v>5.71</c:v>
                </c:pt>
                <c:pt idx="514">
                  <c:v>5.73</c:v>
                </c:pt>
                <c:pt idx="515">
                  <c:v>5.8</c:v>
                </c:pt>
                <c:pt idx="516">
                  <c:v>5.77</c:v>
                </c:pt>
                <c:pt idx="517">
                  <c:v>5.72</c:v>
                </c:pt>
                <c:pt idx="518">
                  <c:v>5.66</c:v>
                </c:pt>
                <c:pt idx="519">
                  <c:v>5.8</c:v>
                </c:pt>
                <c:pt idx="520">
                  <c:v>5.82</c:v>
                </c:pt>
                <c:pt idx="521">
                  <c:v>5.76</c:v>
                </c:pt>
                <c:pt idx="522">
                  <c:v>5.77</c:v>
                </c:pt>
                <c:pt idx="523">
                  <c:v>5.76</c:v>
                </c:pt>
                <c:pt idx="524">
                  <c:v>5.8</c:v>
                </c:pt>
                <c:pt idx="525">
                  <c:v>4.97</c:v>
                </c:pt>
                <c:pt idx="526">
                  <c:v>-1.78</c:v>
                </c:pt>
                <c:pt idx="527">
                  <c:v>5.8</c:v>
                </c:pt>
                <c:pt idx="528">
                  <c:v>5.72</c:v>
                </c:pt>
                <c:pt idx="529">
                  <c:v>5.85</c:v>
                </c:pt>
                <c:pt idx="530">
                  <c:v>5.82</c:v>
                </c:pt>
                <c:pt idx="531">
                  <c:v>5.71</c:v>
                </c:pt>
                <c:pt idx="532">
                  <c:v>-0.49</c:v>
                </c:pt>
                <c:pt idx="533">
                  <c:v>5.76</c:v>
                </c:pt>
                <c:pt idx="534">
                  <c:v>5.72</c:v>
                </c:pt>
                <c:pt idx="535">
                  <c:v>5.78</c:v>
                </c:pt>
                <c:pt idx="536">
                  <c:v>5.77</c:v>
                </c:pt>
                <c:pt idx="537">
                  <c:v>5.67</c:v>
                </c:pt>
                <c:pt idx="538">
                  <c:v>5.73</c:v>
                </c:pt>
                <c:pt idx="539">
                  <c:v>5.72</c:v>
                </c:pt>
                <c:pt idx="540">
                  <c:v>5.66</c:v>
                </c:pt>
                <c:pt idx="541">
                  <c:v>5.77</c:v>
                </c:pt>
                <c:pt idx="542">
                  <c:v>4.06</c:v>
                </c:pt>
                <c:pt idx="543">
                  <c:v>5.68</c:v>
                </c:pt>
                <c:pt idx="544">
                  <c:v>5.84</c:v>
                </c:pt>
                <c:pt idx="545">
                  <c:v>5.84</c:v>
                </c:pt>
                <c:pt idx="546">
                  <c:v>5.84</c:v>
                </c:pt>
                <c:pt idx="547">
                  <c:v>5.82</c:v>
                </c:pt>
                <c:pt idx="548">
                  <c:v>5.79</c:v>
                </c:pt>
                <c:pt idx="549">
                  <c:v>5.76</c:v>
                </c:pt>
                <c:pt idx="550">
                  <c:v>5.69</c:v>
                </c:pt>
                <c:pt idx="551">
                  <c:v>5.78</c:v>
                </c:pt>
                <c:pt idx="552">
                  <c:v>5.82</c:v>
                </c:pt>
                <c:pt idx="553">
                  <c:v>5.81</c:v>
                </c:pt>
                <c:pt idx="554">
                  <c:v>5.79</c:v>
                </c:pt>
                <c:pt idx="555">
                  <c:v>5.77</c:v>
                </c:pt>
                <c:pt idx="556">
                  <c:v>5.69</c:v>
                </c:pt>
                <c:pt idx="557">
                  <c:v>5.68</c:v>
                </c:pt>
                <c:pt idx="558">
                  <c:v>5.84</c:v>
                </c:pt>
                <c:pt idx="559">
                  <c:v>5.23</c:v>
                </c:pt>
                <c:pt idx="560">
                  <c:v>5.78</c:v>
                </c:pt>
                <c:pt idx="561">
                  <c:v>5.66</c:v>
                </c:pt>
                <c:pt idx="562">
                  <c:v>5.76</c:v>
                </c:pt>
                <c:pt idx="563">
                  <c:v>5.68</c:v>
                </c:pt>
                <c:pt idx="564">
                  <c:v>5.7</c:v>
                </c:pt>
                <c:pt idx="565">
                  <c:v>5.79</c:v>
                </c:pt>
                <c:pt idx="566">
                  <c:v>5.72</c:v>
                </c:pt>
                <c:pt idx="567">
                  <c:v>5.67</c:v>
                </c:pt>
                <c:pt idx="568">
                  <c:v>5.69</c:v>
                </c:pt>
                <c:pt idx="569">
                  <c:v>5.71</c:v>
                </c:pt>
                <c:pt idx="570">
                  <c:v>5.76</c:v>
                </c:pt>
                <c:pt idx="571">
                  <c:v>5.68</c:v>
                </c:pt>
                <c:pt idx="572">
                  <c:v>5.75</c:v>
                </c:pt>
                <c:pt idx="573">
                  <c:v>5.83</c:v>
                </c:pt>
                <c:pt idx="574">
                  <c:v>5.81</c:v>
                </c:pt>
                <c:pt idx="575">
                  <c:v>5.77</c:v>
                </c:pt>
                <c:pt idx="576">
                  <c:v>5.72</c:v>
                </c:pt>
                <c:pt idx="577">
                  <c:v>4.98</c:v>
                </c:pt>
                <c:pt idx="578">
                  <c:v>5.83</c:v>
                </c:pt>
                <c:pt idx="579">
                  <c:v>5.73</c:v>
                </c:pt>
                <c:pt idx="580">
                  <c:v>5.65</c:v>
                </c:pt>
                <c:pt idx="581">
                  <c:v>5.85</c:v>
                </c:pt>
                <c:pt idx="582">
                  <c:v>5.79</c:v>
                </c:pt>
                <c:pt idx="583">
                  <c:v>5.7</c:v>
                </c:pt>
                <c:pt idx="584">
                  <c:v>5.75</c:v>
                </c:pt>
                <c:pt idx="585">
                  <c:v>-4.1</c:v>
                </c:pt>
                <c:pt idx="586">
                  <c:v>5.81</c:v>
                </c:pt>
                <c:pt idx="587">
                  <c:v>5.75</c:v>
                </c:pt>
                <c:pt idx="588">
                  <c:v>5.83</c:v>
                </c:pt>
                <c:pt idx="589">
                  <c:v>-4.29</c:v>
                </c:pt>
                <c:pt idx="590">
                  <c:v>5.85</c:v>
                </c:pt>
                <c:pt idx="591">
                  <c:v>5.67</c:v>
                </c:pt>
                <c:pt idx="592">
                  <c:v>5.83</c:v>
                </c:pt>
                <c:pt idx="593">
                  <c:v>5.76</c:v>
                </c:pt>
                <c:pt idx="594">
                  <c:v>5.84</c:v>
                </c:pt>
                <c:pt idx="595">
                  <c:v>5.78</c:v>
                </c:pt>
                <c:pt idx="596">
                  <c:v>5.69</c:v>
                </c:pt>
                <c:pt idx="597">
                  <c:v>5.75</c:v>
                </c:pt>
                <c:pt idx="598">
                  <c:v>5.85</c:v>
                </c:pt>
                <c:pt idx="599">
                  <c:v>5.76</c:v>
                </c:pt>
                <c:pt idx="600">
                  <c:v>5.75</c:v>
                </c:pt>
                <c:pt idx="601">
                  <c:v>5.76</c:v>
                </c:pt>
                <c:pt idx="602">
                  <c:v>5.83</c:v>
                </c:pt>
                <c:pt idx="603">
                  <c:v>-1.65</c:v>
                </c:pt>
                <c:pt idx="604">
                  <c:v>3.82</c:v>
                </c:pt>
                <c:pt idx="605">
                  <c:v>5.72</c:v>
                </c:pt>
                <c:pt idx="606">
                  <c:v>5.67</c:v>
                </c:pt>
                <c:pt idx="607">
                  <c:v>5.66</c:v>
                </c:pt>
                <c:pt idx="608">
                  <c:v>5.77</c:v>
                </c:pt>
                <c:pt idx="609">
                  <c:v>5.7</c:v>
                </c:pt>
                <c:pt idx="610">
                  <c:v>5.7</c:v>
                </c:pt>
                <c:pt idx="611">
                  <c:v>5.76</c:v>
                </c:pt>
                <c:pt idx="612">
                  <c:v>5.83</c:v>
                </c:pt>
                <c:pt idx="613">
                  <c:v>5.82</c:v>
                </c:pt>
                <c:pt idx="614">
                  <c:v>5.81</c:v>
                </c:pt>
                <c:pt idx="615">
                  <c:v>5.75</c:v>
                </c:pt>
                <c:pt idx="616">
                  <c:v>5.7</c:v>
                </c:pt>
                <c:pt idx="617">
                  <c:v>5.68</c:v>
                </c:pt>
                <c:pt idx="618">
                  <c:v>5.86</c:v>
                </c:pt>
                <c:pt idx="619">
                  <c:v>5.19</c:v>
                </c:pt>
                <c:pt idx="620">
                  <c:v>5.71</c:v>
                </c:pt>
                <c:pt idx="621">
                  <c:v>5.71</c:v>
                </c:pt>
                <c:pt idx="622">
                  <c:v>5.84</c:v>
                </c:pt>
                <c:pt idx="623">
                  <c:v>5.68</c:v>
                </c:pt>
                <c:pt idx="624">
                  <c:v>5.72</c:v>
                </c:pt>
                <c:pt idx="625">
                  <c:v>5.78</c:v>
                </c:pt>
                <c:pt idx="626">
                  <c:v>5.72</c:v>
                </c:pt>
                <c:pt idx="627">
                  <c:v>5.67</c:v>
                </c:pt>
                <c:pt idx="628">
                  <c:v>5.71</c:v>
                </c:pt>
                <c:pt idx="629">
                  <c:v>5.81</c:v>
                </c:pt>
                <c:pt idx="630">
                  <c:v>5.85</c:v>
                </c:pt>
                <c:pt idx="631">
                  <c:v>5.84</c:v>
                </c:pt>
                <c:pt idx="632">
                  <c:v>4.84</c:v>
                </c:pt>
                <c:pt idx="633">
                  <c:v>5.65</c:v>
                </c:pt>
                <c:pt idx="634">
                  <c:v>5.74</c:v>
                </c:pt>
                <c:pt idx="635">
                  <c:v>5.85</c:v>
                </c:pt>
                <c:pt idx="636">
                  <c:v>5.71</c:v>
                </c:pt>
                <c:pt idx="637">
                  <c:v>4.12</c:v>
                </c:pt>
                <c:pt idx="638">
                  <c:v>5.84</c:v>
                </c:pt>
                <c:pt idx="639">
                  <c:v>5.8</c:v>
                </c:pt>
                <c:pt idx="640">
                  <c:v>5.71</c:v>
                </c:pt>
                <c:pt idx="641">
                  <c:v>5.64</c:v>
                </c:pt>
                <c:pt idx="642">
                  <c:v>5.8</c:v>
                </c:pt>
                <c:pt idx="643">
                  <c:v>5.65</c:v>
                </c:pt>
                <c:pt idx="644">
                  <c:v>5.82</c:v>
                </c:pt>
                <c:pt idx="645">
                  <c:v>5.82</c:v>
                </c:pt>
                <c:pt idx="646">
                  <c:v>5.7</c:v>
                </c:pt>
                <c:pt idx="647">
                  <c:v>5.66</c:v>
                </c:pt>
                <c:pt idx="648">
                  <c:v>5.77</c:v>
                </c:pt>
                <c:pt idx="649">
                  <c:v>5.67</c:v>
                </c:pt>
                <c:pt idx="650">
                  <c:v>5.82</c:v>
                </c:pt>
                <c:pt idx="651">
                  <c:v>5.82</c:v>
                </c:pt>
                <c:pt idx="652">
                  <c:v>5.76</c:v>
                </c:pt>
                <c:pt idx="653">
                  <c:v>5.74</c:v>
                </c:pt>
                <c:pt idx="654">
                  <c:v>5.8</c:v>
                </c:pt>
                <c:pt idx="655">
                  <c:v>5.06</c:v>
                </c:pt>
                <c:pt idx="656">
                  <c:v>5.65</c:v>
                </c:pt>
                <c:pt idx="657">
                  <c:v>5.75</c:v>
                </c:pt>
                <c:pt idx="658">
                  <c:v>5.86</c:v>
                </c:pt>
                <c:pt idx="659">
                  <c:v>5.77</c:v>
                </c:pt>
                <c:pt idx="660">
                  <c:v>5.82</c:v>
                </c:pt>
                <c:pt idx="661">
                  <c:v>5.76</c:v>
                </c:pt>
                <c:pt idx="662">
                  <c:v>5.82</c:v>
                </c:pt>
                <c:pt idx="663">
                  <c:v>5.77</c:v>
                </c:pt>
                <c:pt idx="664">
                  <c:v>5.7</c:v>
                </c:pt>
                <c:pt idx="665">
                  <c:v>3.67</c:v>
                </c:pt>
                <c:pt idx="666">
                  <c:v>5.72</c:v>
                </c:pt>
                <c:pt idx="667">
                  <c:v>5.66</c:v>
                </c:pt>
                <c:pt idx="668">
                  <c:v>5.81</c:v>
                </c:pt>
                <c:pt idx="669">
                  <c:v>5.83</c:v>
                </c:pt>
                <c:pt idx="670">
                  <c:v>5.68</c:v>
                </c:pt>
                <c:pt idx="671">
                  <c:v>5.65</c:v>
                </c:pt>
                <c:pt idx="672">
                  <c:v>5.84</c:v>
                </c:pt>
                <c:pt idx="673">
                  <c:v>5.84</c:v>
                </c:pt>
                <c:pt idx="674">
                  <c:v>5.78</c:v>
                </c:pt>
                <c:pt idx="675">
                  <c:v>5.65</c:v>
                </c:pt>
                <c:pt idx="676">
                  <c:v>5.65</c:v>
                </c:pt>
                <c:pt idx="677">
                  <c:v>5.79</c:v>
                </c:pt>
                <c:pt idx="678">
                  <c:v>5.7</c:v>
                </c:pt>
                <c:pt idx="679">
                  <c:v>5.85</c:v>
                </c:pt>
                <c:pt idx="680">
                  <c:v>5.85</c:v>
                </c:pt>
                <c:pt idx="681">
                  <c:v>5.75</c:v>
                </c:pt>
                <c:pt idx="682">
                  <c:v>5.67</c:v>
                </c:pt>
                <c:pt idx="683">
                  <c:v>5.71</c:v>
                </c:pt>
                <c:pt idx="684">
                  <c:v>5.66</c:v>
                </c:pt>
                <c:pt idx="685">
                  <c:v>5.85</c:v>
                </c:pt>
                <c:pt idx="686">
                  <c:v>5.67</c:v>
                </c:pt>
                <c:pt idx="687">
                  <c:v>5.84</c:v>
                </c:pt>
                <c:pt idx="688">
                  <c:v>5.74</c:v>
                </c:pt>
                <c:pt idx="689">
                  <c:v>5.82</c:v>
                </c:pt>
                <c:pt idx="690">
                  <c:v>5.71</c:v>
                </c:pt>
                <c:pt idx="691">
                  <c:v>5.65</c:v>
                </c:pt>
                <c:pt idx="692">
                  <c:v>3.49</c:v>
                </c:pt>
                <c:pt idx="693">
                  <c:v>5.71</c:v>
                </c:pt>
                <c:pt idx="694">
                  <c:v>-0.67</c:v>
                </c:pt>
                <c:pt idx="695">
                  <c:v>5.76</c:v>
                </c:pt>
                <c:pt idx="696">
                  <c:v>5.65</c:v>
                </c:pt>
                <c:pt idx="697">
                  <c:v>5.82</c:v>
                </c:pt>
                <c:pt idx="698">
                  <c:v>5.79</c:v>
                </c:pt>
                <c:pt idx="699">
                  <c:v>5.73</c:v>
                </c:pt>
                <c:pt idx="700">
                  <c:v>5.75</c:v>
                </c:pt>
                <c:pt idx="701">
                  <c:v>5.82</c:v>
                </c:pt>
                <c:pt idx="702">
                  <c:v>5.68</c:v>
                </c:pt>
                <c:pt idx="703">
                  <c:v>5.78</c:v>
                </c:pt>
                <c:pt idx="704">
                  <c:v>5.71</c:v>
                </c:pt>
                <c:pt idx="705">
                  <c:v>5.86</c:v>
                </c:pt>
                <c:pt idx="706">
                  <c:v>5.76</c:v>
                </c:pt>
                <c:pt idx="707">
                  <c:v>5.75</c:v>
                </c:pt>
                <c:pt idx="708">
                  <c:v>5.76</c:v>
                </c:pt>
                <c:pt idx="709">
                  <c:v>5.84</c:v>
                </c:pt>
                <c:pt idx="710">
                  <c:v>5.65</c:v>
                </c:pt>
                <c:pt idx="711">
                  <c:v>5.85</c:v>
                </c:pt>
                <c:pt idx="712">
                  <c:v>5.72</c:v>
                </c:pt>
                <c:pt idx="713">
                  <c:v>5.79</c:v>
                </c:pt>
                <c:pt idx="714">
                  <c:v>5.81</c:v>
                </c:pt>
                <c:pt idx="715">
                  <c:v>5.75</c:v>
                </c:pt>
                <c:pt idx="716">
                  <c:v>5.76</c:v>
                </c:pt>
                <c:pt idx="717">
                  <c:v>5.84</c:v>
                </c:pt>
                <c:pt idx="718">
                  <c:v>5.8</c:v>
                </c:pt>
                <c:pt idx="719">
                  <c:v>5.68</c:v>
                </c:pt>
                <c:pt idx="720">
                  <c:v>5.71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24-hour average</c:v>
                </c:pt>
              </c:strCache>
            </c:strRef>
          </c:tx>
          <c:spPr>
            <a:solidFill>
              <a:srgbClr val="008C7E"/>
            </a:solidFill>
            <a:ln w="25400" cap="flat">
              <a:solidFill>
                <a:srgbClr val="008C7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08C7E"/>
              </a:solidFill>
              <a:ln w="9525" cap="flat">
                <a:solidFill>
                  <a:srgbClr val="008C7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Sheet1!$A$2:$A$722</c:f>
              <c:multiLvlStrCache>
                <c:ptCount val="721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/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/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/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  <c:pt idx="52">
                    <c:v/>
                  </c:pt>
                  <c:pt idx="53">
                    <c:v/>
                  </c:pt>
                  <c:pt idx="54">
                    <c:v/>
                  </c:pt>
                  <c:pt idx="55">
                    <c:v/>
                  </c:pt>
                  <c:pt idx="56">
                    <c:v/>
                  </c:pt>
                  <c:pt idx="57">
                    <c:v/>
                  </c:pt>
                  <c:pt idx="58">
                    <c:v/>
                  </c:pt>
                  <c:pt idx="59">
                    <c:v/>
                  </c:pt>
                  <c:pt idx="60">
                    <c:v/>
                  </c:pt>
                  <c:pt idx="61">
                    <c:v/>
                  </c:pt>
                  <c:pt idx="62">
                    <c:v/>
                  </c:pt>
                  <c:pt idx="63">
                    <c:v/>
                  </c:pt>
                  <c:pt idx="64">
                    <c:v/>
                  </c:pt>
                  <c:pt idx="65">
                    <c:v/>
                  </c:pt>
                  <c:pt idx="66">
                    <c:v/>
                  </c:pt>
                  <c:pt idx="67">
                    <c:v/>
                  </c:pt>
                  <c:pt idx="68">
                    <c:v/>
                  </c:pt>
                  <c:pt idx="69">
                    <c:v/>
                  </c:pt>
                  <c:pt idx="70">
                    <c:v/>
                  </c:pt>
                  <c:pt idx="71">
                    <c:v/>
                  </c:pt>
                  <c:pt idx="72">
                    <c:v/>
                  </c:pt>
                  <c:pt idx="73">
                    <c:v/>
                  </c:pt>
                  <c:pt idx="74">
                    <c:v/>
                  </c:pt>
                  <c:pt idx="75">
                    <c:v/>
                  </c:pt>
                  <c:pt idx="76">
                    <c:v/>
                  </c:pt>
                  <c:pt idx="77">
                    <c:v/>
                  </c:pt>
                  <c:pt idx="78">
                    <c:v/>
                  </c:pt>
                  <c:pt idx="79">
                    <c:v/>
                  </c:pt>
                  <c:pt idx="80">
                    <c:v/>
                  </c:pt>
                  <c:pt idx="81">
                    <c:v/>
                  </c:pt>
                  <c:pt idx="82">
                    <c:v/>
                  </c:pt>
                  <c:pt idx="83">
                    <c:v/>
                  </c:pt>
                  <c:pt idx="84">
                    <c:v/>
                  </c:pt>
                  <c:pt idx="85">
                    <c:v/>
                  </c:pt>
                  <c:pt idx="86">
                    <c:v/>
                  </c:pt>
                  <c:pt idx="87">
                    <c:v/>
                  </c:pt>
                  <c:pt idx="88">
                    <c:v/>
                  </c:pt>
                  <c:pt idx="89">
                    <c:v/>
                  </c:pt>
                  <c:pt idx="90">
                    <c:v/>
                  </c:pt>
                  <c:pt idx="91">
                    <c:v/>
                  </c:pt>
                  <c:pt idx="92">
                    <c:v/>
                  </c:pt>
                  <c:pt idx="93">
                    <c:v/>
                  </c:pt>
                  <c:pt idx="94">
                    <c:v/>
                  </c:pt>
                  <c:pt idx="95">
                    <c:v/>
                  </c:pt>
                  <c:pt idx="96">
                    <c:v/>
                  </c:pt>
                  <c:pt idx="97">
                    <c:v/>
                  </c:pt>
                  <c:pt idx="98">
                    <c:v/>
                  </c:pt>
                  <c:pt idx="99">
                    <c:v/>
                  </c:pt>
                  <c:pt idx="100">
                    <c:v/>
                  </c:pt>
                  <c:pt idx="101">
                    <c:v/>
                  </c:pt>
                  <c:pt idx="102">
                    <c:v/>
                  </c:pt>
                  <c:pt idx="103">
                    <c:v/>
                  </c:pt>
                  <c:pt idx="104">
                    <c:v/>
                  </c:pt>
                  <c:pt idx="105">
                    <c:v/>
                  </c:pt>
                  <c:pt idx="106">
                    <c:v/>
                  </c:pt>
                  <c:pt idx="107">
                    <c:v/>
                  </c:pt>
                  <c:pt idx="108">
                    <c:v/>
                  </c:pt>
                  <c:pt idx="109">
                    <c:v/>
                  </c:pt>
                  <c:pt idx="110">
                    <c:v/>
                  </c:pt>
                  <c:pt idx="111">
                    <c:v/>
                  </c:pt>
                  <c:pt idx="112">
                    <c:v/>
                  </c:pt>
                  <c:pt idx="113">
                    <c:v/>
                  </c:pt>
                  <c:pt idx="114">
                    <c:v/>
                  </c:pt>
                  <c:pt idx="115">
                    <c:v/>
                  </c:pt>
                  <c:pt idx="116">
                    <c:v/>
                  </c:pt>
                  <c:pt idx="117">
                    <c:v/>
                  </c:pt>
                  <c:pt idx="118">
                    <c:v/>
                  </c:pt>
                  <c:pt idx="119">
                    <c:v/>
                  </c:pt>
                  <c:pt idx="120">
                    <c:v/>
                  </c:pt>
                  <c:pt idx="121">
                    <c:v/>
                  </c:pt>
                  <c:pt idx="122">
                    <c:v/>
                  </c:pt>
                  <c:pt idx="123">
                    <c:v/>
                  </c:pt>
                  <c:pt idx="124">
                    <c:v/>
                  </c:pt>
                  <c:pt idx="125">
                    <c:v/>
                  </c:pt>
                  <c:pt idx="126">
                    <c:v/>
                  </c:pt>
                  <c:pt idx="127">
                    <c:v/>
                  </c:pt>
                  <c:pt idx="128">
                    <c:v/>
                  </c:pt>
                  <c:pt idx="129">
                    <c:v/>
                  </c:pt>
                  <c:pt idx="130">
                    <c:v/>
                  </c:pt>
                  <c:pt idx="131">
                    <c:v/>
                  </c:pt>
                  <c:pt idx="132">
                    <c:v/>
                  </c:pt>
                  <c:pt idx="133">
                    <c:v/>
                  </c:pt>
                  <c:pt idx="134">
                    <c:v/>
                  </c:pt>
                  <c:pt idx="135">
                    <c:v/>
                  </c:pt>
                  <c:pt idx="136">
                    <c:v/>
                  </c:pt>
                  <c:pt idx="137">
                    <c:v/>
                  </c:pt>
                  <c:pt idx="138">
                    <c:v/>
                  </c:pt>
                  <c:pt idx="139">
                    <c:v/>
                  </c:pt>
                  <c:pt idx="140">
                    <c:v/>
                  </c:pt>
                  <c:pt idx="141">
                    <c:v/>
                  </c:pt>
                  <c:pt idx="142">
                    <c:v/>
                  </c:pt>
                  <c:pt idx="143">
                    <c:v/>
                  </c:pt>
                  <c:pt idx="144">
                    <c:v/>
                  </c:pt>
                  <c:pt idx="145">
                    <c:v>08 Aug</c:v>
                  </c:pt>
                  <c:pt idx="146">
                    <c:v/>
                  </c:pt>
                  <c:pt idx="147">
                    <c:v/>
                  </c:pt>
                  <c:pt idx="148">
                    <c:v/>
                  </c:pt>
                  <c:pt idx="149">
                    <c:v/>
                  </c:pt>
                  <c:pt idx="150">
                    <c:v/>
                  </c:pt>
                  <c:pt idx="151">
                    <c:v/>
                  </c:pt>
                  <c:pt idx="152">
                    <c:v/>
                  </c:pt>
                  <c:pt idx="153">
                    <c:v/>
                  </c:pt>
                  <c:pt idx="154">
                    <c:v/>
                  </c:pt>
                  <c:pt idx="155">
                    <c:v/>
                  </c:pt>
                  <c:pt idx="156">
                    <c:v/>
                  </c:pt>
                  <c:pt idx="157">
                    <c:v/>
                  </c:pt>
                  <c:pt idx="158">
                    <c:v/>
                  </c:pt>
                  <c:pt idx="159">
                    <c:v/>
                  </c:pt>
                  <c:pt idx="160">
                    <c:v/>
                  </c:pt>
                  <c:pt idx="161">
                    <c:v/>
                  </c:pt>
                  <c:pt idx="162">
                    <c:v/>
                  </c:pt>
                  <c:pt idx="163">
                    <c:v/>
                  </c:pt>
                  <c:pt idx="164">
                    <c:v/>
                  </c:pt>
                  <c:pt idx="165">
                    <c:v/>
                  </c:pt>
                  <c:pt idx="166">
                    <c:v/>
                  </c:pt>
                  <c:pt idx="167">
                    <c:v/>
                  </c:pt>
                  <c:pt idx="168">
                    <c:v/>
                  </c:pt>
                  <c:pt idx="169">
                    <c:v/>
                  </c:pt>
                  <c:pt idx="170">
                    <c:v/>
                  </c:pt>
                  <c:pt idx="171">
                    <c:v/>
                  </c:pt>
                  <c:pt idx="172">
                    <c:v/>
                  </c:pt>
                  <c:pt idx="173">
                    <c:v/>
                  </c:pt>
                  <c:pt idx="174">
                    <c:v/>
                  </c:pt>
                  <c:pt idx="175">
                    <c:v/>
                  </c:pt>
                  <c:pt idx="176">
                    <c:v/>
                  </c:pt>
                  <c:pt idx="177">
                    <c:v/>
                  </c:pt>
                  <c:pt idx="178">
                    <c:v/>
                  </c:pt>
                  <c:pt idx="179">
                    <c:v/>
                  </c:pt>
                  <c:pt idx="180">
                    <c:v/>
                  </c:pt>
                  <c:pt idx="181">
                    <c:v/>
                  </c:pt>
                  <c:pt idx="182">
                    <c:v/>
                  </c:pt>
                  <c:pt idx="183">
                    <c:v/>
                  </c:pt>
                  <c:pt idx="184">
                    <c:v/>
                  </c:pt>
                  <c:pt idx="185">
                    <c:v/>
                  </c:pt>
                  <c:pt idx="186">
                    <c:v/>
                  </c:pt>
                  <c:pt idx="187">
                    <c:v/>
                  </c:pt>
                  <c:pt idx="188">
                    <c:v/>
                  </c:pt>
                  <c:pt idx="189">
                    <c:v/>
                  </c:pt>
                  <c:pt idx="190">
                    <c:v/>
                  </c:pt>
                  <c:pt idx="191">
                    <c:v/>
                  </c:pt>
                  <c:pt idx="192">
                    <c:v/>
                  </c:pt>
                  <c:pt idx="193">
                    <c:v/>
                  </c:pt>
                  <c:pt idx="194">
                    <c:v/>
                  </c:pt>
                  <c:pt idx="195">
                    <c:v/>
                  </c:pt>
                  <c:pt idx="196">
                    <c:v/>
                  </c:pt>
                  <c:pt idx="197">
                    <c:v/>
                  </c:pt>
                  <c:pt idx="198">
                    <c:v/>
                  </c:pt>
                  <c:pt idx="199">
                    <c:v/>
                  </c:pt>
                  <c:pt idx="200">
                    <c:v/>
                  </c:pt>
                  <c:pt idx="201">
                    <c:v/>
                  </c:pt>
                  <c:pt idx="202">
                    <c:v/>
                  </c:pt>
                  <c:pt idx="203">
                    <c:v/>
                  </c:pt>
                  <c:pt idx="204">
                    <c:v/>
                  </c:pt>
                  <c:pt idx="205">
                    <c:v/>
                  </c:pt>
                  <c:pt idx="206">
                    <c:v/>
                  </c:pt>
                  <c:pt idx="207">
                    <c:v/>
                  </c:pt>
                  <c:pt idx="208">
                    <c:v/>
                  </c:pt>
                  <c:pt idx="209">
                    <c:v/>
                  </c:pt>
                  <c:pt idx="210">
                    <c:v/>
                  </c:pt>
                  <c:pt idx="211">
                    <c:v/>
                  </c:pt>
                  <c:pt idx="212">
                    <c:v/>
                  </c:pt>
                  <c:pt idx="213">
                    <c:v/>
                  </c:pt>
                  <c:pt idx="214">
                    <c:v/>
                  </c:pt>
                  <c:pt idx="215">
                    <c:v/>
                  </c:pt>
                  <c:pt idx="216">
                    <c:v/>
                  </c:pt>
                  <c:pt idx="217">
                    <c:v/>
                  </c:pt>
                  <c:pt idx="218">
                    <c:v/>
                  </c:pt>
                  <c:pt idx="219">
                    <c:v/>
                  </c:pt>
                  <c:pt idx="220">
                    <c:v/>
                  </c:pt>
                  <c:pt idx="221">
                    <c:v/>
                  </c:pt>
                  <c:pt idx="222">
                    <c:v/>
                  </c:pt>
                  <c:pt idx="223">
                    <c:v/>
                  </c:pt>
                  <c:pt idx="224">
                    <c:v/>
                  </c:pt>
                  <c:pt idx="225">
                    <c:v/>
                  </c:pt>
                  <c:pt idx="226">
                    <c:v/>
                  </c:pt>
                  <c:pt idx="227">
                    <c:v/>
                  </c:pt>
                  <c:pt idx="228">
                    <c:v/>
                  </c:pt>
                  <c:pt idx="229">
                    <c:v/>
                  </c:pt>
                  <c:pt idx="230">
                    <c:v/>
                  </c:pt>
                  <c:pt idx="231">
                    <c:v/>
                  </c:pt>
                  <c:pt idx="232">
                    <c:v/>
                  </c:pt>
                  <c:pt idx="233">
                    <c:v/>
                  </c:pt>
                  <c:pt idx="234">
                    <c:v/>
                  </c:pt>
                  <c:pt idx="235">
                    <c:v/>
                  </c:pt>
                  <c:pt idx="236">
                    <c:v/>
                  </c:pt>
                  <c:pt idx="237">
                    <c:v/>
                  </c:pt>
                  <c:pt idx="238">
                    <c:v/>
                  </c:pt>
                  <c:pt idx="239">
                    <c:v/>
                  </c:pt>
                  <c:pt idx="240">
                    <c:v/>
                  </c:pt>
                  <c:pt idx="241">
                    <c:v/>
                  </c:pt>
                  <c:pt idx="242">
                    <c:v/>
                  </c:pt>
                  <c:pt idx="243">
                    <c:v/>
                  </c:pt>
                  <c:pt idx="244">
                    <c:v/>
                  </c:pt>
                  <c:pt idx="245">
                    <c:v/>
                  </c:pt>
                  <c:pt idx="246">
                    <c:v/>
                  </c:pt>
                  <c:pt idx="247">
                    <c:v/>
                  </c:pt>
                  <c:pt idx="248">
                    <c:v/>
                  </c:pt>
                  <c:pt idx="249">
                    <c:v/>
                  </c:pt>
                  <c:pt idx="250">
                    <c:v/>
                  </c:pt>
                  <c:pt idx="251">
                    <c:v/>
                  </c:pt>
                  <c:pt idx="252">
                    <c:v/>
                  </c:pt>
                  <c:pt idx="253">
                    <c:v/>
                  </c:pt>
                  <c:pt idx="254">
                    <c:v/>
                  </c:pt>
                  <c:pt idx="255">
                    <c:v/>
                  </c:pt>
                  <c:pt idx="256">
                    <c:v/>
                  </c:pt>
                  <c:pt idx="257">
                    <c:v/>
                  </c:pt>
                  <c:pt idx="258">
                    <c:v/>
                  </c:pt>
                  <c:pt idx="259">
                    <c:v/>
                  </c:pt>
                  <c:pt idx="260">
                    <c:v/>
                  </c:pt>
                  <c:pt idx="261">
                    <c:v/>
                  </c:pt>
                  <c:pt idx="262">
                    <c:v/>
                  </c:pt>
                  <c:pt idx="263">
                    <c:v/>
                  </c:pt>
                  <c:pt idx="264">
                    <c:v/>
                  </c:pt>
                  <c:pt idx="265">
                    <c:v/>
                  </c:pt>
                  <c:pt idx="266">
                    <c:v/>
                  </c:pt>
                  <c:pt idx="267">
                    <c:v/>
                  </c:pt>
                  <c:pt idx="268">
                    <c:v/>
                  </c:pt>
                  <c:pt idx="269">
                    <c:v/>
                  </c:pt>
                  <c:pt idx="270">
                    <c:v/>
                  </c:pt>
                  <c:pt idx="271">
                    <c:v/>
                  </c:pt>
                  <c:pt idx="272">
                    <c:v/>
                  </c:pt>
                  <c:pt idx="273">
                    <c:v/>
                  </c:pt>
                  <c:pt idx="274">
                    <c:v/>
                  </c:pt>
                  <c:pt idx="275">
                    <c:v/>
                  </c:pt>
                  <c:pt idx="276">
                    <c:v/>
                  </c:pt>
                  <c:pt idx="277">
                    <c:v/>
                  </c:pt>
                  <c:pt idx="278">
                    <c:v/>
                  </c:pt>
                  <c:pt idx="279">
                    <c:v/>
                  </c:pt>
                  <c:pt idx="280">
                    <c:v/>
                  </c:pt>
                  <c:pt idx="281">
                    <c:v/>
                  </c:pt>
                  <c:pt idx="282">
                    <c:v/>
                  </c:pt>
                  <c:pt idx="283">
                    <c:v/>
                  </c:pt>
                  <c:pt idx="284">
                    <c:v/>
                  </c:pt>
                  <c:pt idx="285">
                    <c:v/>
                  </c:pt>
                  <c:pt idx="286">
                    <c:v/>
                  </c:pt>
                  <c:pt idx="287">
                    <c:v/>
                  </c:pt>
                  <c:pt idx="288">
                    <c:v/>
                  </c:pt>
                  <c:pt idx="289">
                    <c:v/>
                  </c:pt>
                  <c:pt idx="290">
                    <c:v/>
                  </c:pt>
                  <c:pt idx="291">
                    <c:v/>
                  </c:pt>
                  <c:pt idx="292">
                    <c:v/>
                  </c:pt>
                  <c:pt idx="293">
                    <c:v/>
                  </c:pt>
                  <c:pt idx="294">
                    <c:v/>
                  </c:pt>
                  <c:pt idx="295">
                    <c:v/>
                  </c:pt>
                  <c:pt idx="296">
                    <c:v/>
                  </c:pt>
                  <c:pt idx="297">
                    <c:v/>
                  </c:pt>
                  <c:pt idx="298">
                    <c:v/>
                  </c:pt>
                  <c:pt idx="299">
                    <c:v/>
                  </c:pt>
                  <c:pt idx="300">
                    <c:v/>
                  </c:pt>
                  <c:pt idx="301">
                    <c:v/>
                  </c:pt>
                  <c:pt idx="302">
                    <c:v/>
                  </c:pt>
                  <c:pt idx="303">
                    <c:v/>
                  </c:pt>
                  <c:pt idx="304">
                    <c:v/>
                  </c:pt>
                  <c:pt idx="305">
                    <c:v/>
                  </c:pt>
                  <c:pt idx="306">
                    <c:v/>
                  </c:pt>
                  <c:pt idx="307">
                    <c:v/>
                  </c:pt>
                  <c:pt idx="308">
                    <c:v/>
                  </c:pt>
                  <c:pt idx="309">
                    <c:v/>
                  </c:pt>
                  <c:pt idx="310">
                    <c:v/>
                  </c:pt>
                  <c:pt idx="311">
                    <c:v/>
                  </c:pt>
                  <c:pt idx="312">
                    <c:v/>
                  </c:pt>
                  <c:pt idx="313">
                    <c:v>15 Aug</c:v>
                  </c:pt>
                  <c:pt idx="314">
                    <c:v/>
                  </c:pt>
                  <c:pt idx="315">
                    <c:v/>
                  </c:pt>
                  <c:pt idx="316">
                    <c:v/>
                  </c:pt>
                  <c:pt idx="317">
                    <c:v/>
                  </c:pt>
                  <c:pt idx="318">
                    <c:v/>
                  </c:pt>
                  <c:pt idx="319">
                    <c:v/>
                  </c:pt>
                  <c:pt idx="320">
                    <c:v/>
                  </c:pt>
                  <c:pt idx="321">
                    <c:v/>
                  </c:pt>
                  <c:pt idx="322">
                    <c:v/>
                  </c:pt>
                  <c:pt idx="323">
                    <c:v/>
                  </c:pt>
                  <c:pt idx="324">
                    <c:v/>
                  </c:pt>
                  <c:pt idx="325">
                    <c:v/>
                  </c:pt>
                  <c:pt idx="326">
                    <c:v/>
                  </c:pt>
                  <c:pt idx="327">
                    <c:v/>
                  </c:pt>
                  <c:pt idx="328">
                    <c:v/>
                  </c:pt>
                  <c:pt idx="329">
                    <c:v/>
                  </c:pt>
                  <c:pt idx="330">
                    <c:v/>
                  </c:pt>
                  <c:pt idx="331">
                    <c:v/>
                  </c:pt>
                  <c:pt idx="332">
                    <c:v/>
                  </c:pt>
                  <c:pt idx="333">
                    <c:v/>
                  </c:pt>
                  <c:pt idx="334">
                    <c:v/>
                  </c:pt>
                  <c:pt idx="335">
                    <c:v/>
                  </c:pt>
                  <c:pt idx="336">
                    <c:v/>
                  </c:pt>
                  <c:pt idx="337">
                    <c:v/>
                  </c:pt>
                  <c:pt idx="338">
                    <c:v/>
                  </c:pt>
                  <c:pt idx="339">
                    <c:v/>
                  </c:pt>
                  <c:pt idx="340">
                    <c:v/>
                  </c:pt>
                  <c:pt idx="341">
                    <c:v/>
                  </c:pt>
                  <c:pt idx="342">
                    <c:v/>
                  </c:pt>
                  <c:pt idx="343">
                    <c:v/>
                  </c:pt>
                  <c:pt idx="344">
                    <c:v/>
                  </c:pt>
                  <c:pt idx="345">
                    <c:v/>
                  </c:pt>
                  <c:pt idx="346">
                    <c:v/>
                  </c:pt>
                  <c:pt idx="347">
                    <c:v/>
                  </c:pt>
                  <c:pt idx="348">
                    <c:v/>
                  </c:pt>
                  <c:pt idx="349">
                    <c:v/>
                  </c:pt>
                  <c:pt idx="350">
                    <c:v/>
                  </c:pt>
                  <c:pt idx="351">
                    <c:v/>
                  </c:pt>
                  <c:pt idx="352">
                    <c:v/>
                  </c:pt>
                  <c:pt idx="353">
                    <c:v/>
                  </c:pt>
                  <c:pt idx="354">
                    <c:v/>
                  </c:pt>
                  <c:pt idx="355">
                    <c:v/>
                  </c:pt>
                  <c:pt idx="356">
                    <c:v/>
                  </c:pt>
                  <c:pt idx="357">
                    <c:v/>
                  </c:pt>
                  <c:pt idx="358">
                    <c:v/>
                  </c:pt>
                  <c:pt idx="359">
                    <c:v/>
                  </c:pt>
                  <c:pt idx="360">
                    <c:v/>
                  </c:pt>
                  <c:pt idx="361">
                    <c:v/>
                  </c:pt>
                  <c:pt idx="362">
                    <c:v/>
                  </c:pt>
                  <c:pt idx="363">
                    <c:v/>
                  </c:pt>
                  <c:pt idx="364">
                    <c:v/>
                  </c:pt>
                  <c:pt idx="365">
                    <c:v/>
                  </c:pt>
                  <c:pt idx="366">
                    <c:v/>
                  </c:pt>
                  <c:pt idx="367">
                    <c:v/>
                  </c:pt>
                  <c:pt idx="368">
                    <c:v/>
                  </c:pt>
                  <c:pt idx="369">
                    <c:v/>
                  </c:pt>
                  <c:pt idx="370">
                    <c:v/>
                  </c:pt>
                  <c:pt idx="371">
                    <c:v/>
                  </c:pt>
                  <c:pt idx="372">
                    <c:v/>
                  </c:pt>
                  <c:pt idx="373">
                    <c:v/>
                  </c:pt>
                  <c:pt idx="374">
                    <c:v/>
                  </c:pt>
                  <c:pt idx="375">
                    <c:v/>
                  </c:pt>
                  <c:pt idx="376">
                    <c:v/>
                  </c:pt>
                  <c:pt idx="377">
                    <c:v/>
                  </c:pt>
                  <c:pt idx="378">
                    <c:v/>
                  </c:pt>
                  <c:pt idx="379">
                    <c:v/>
                  </c:pt>
                  <c:pt idx="380">
                    <c:v/>
                  </c:pt>
                  <c:pt idx="381">
                    <c:v/>
                  </c:pt>
                  <c:pt idx="382">
                    <c:v/>
                  </c:pt>
                  <c:pt idx="383">
                    <c:v/>
                  </c:pt>
                  <c:pt idx="384">
                    <c:v/>
                  </c:pt>
                  <c:pt idx="385">
                    <c:v/>
                  </c:pt>
                  <c:pt idx="386">
                    <c:v/>
                  </c:pt>
                  <c:pt idx="387">
                    <c:v/>
                  </c:pt>
                  <c:pt idx="388">
                    <c:v/>
                  </c:pt>
                  <c:pt idx="389">
                    <c:v/>
                  </c:pt>
                  <c:pt idx="390">
                    <c:v/>
                  </c:pt>
                  <c:pt idx="391">
                    <c:v/>
                  </c:pt>
                  <c:pt idx="392">
                    <c:v/>
                  </c:pt>
                  <c:pt idx="393">
                    <c:v/>
                  </c:pt>
                  <c:pt idx="394">
                    <c:v/>
                  </c:pt>
                  <c:pt idx="395">
                    <c:v/>
                  </c:pt>
                  <c:pt idx="396">
                    <c:v/>
                  </c:pt>
                  <c:pt idx="397">
                    <c:v/>
                  </c:pt>
                  <c:pt idx="398">
                    <c:v/>
                  </c:pt>
                  <c:pt idx="399">
                    <c:v/>
                  </c:pt>
                  <c:pt idx="400">
                    <c:v/>
                  </c:pt>
                  <c:pt idx="401">
                    <c:v/>
                  </c:pt>
                  <c:pt idx="402">
                    <c:v/>
                  </c:pt>
                  <c:pt idx="403">
                    <c:v/>
                  </c:pt>
                  <c:pt idx="404">
                    <c:v/>
                  </c:pt>
                  <c:pt idx="405">
                    <c:v/>
                  </c:pt>
                  <c:pt idx="406">
                    <c:v/>
                  </c:pt>
                  <c:pt idx="407">
                    <c:v/>
                  </c:pt>
                  <c:pt idx="408">
                    <c:v/>
                  </c:pt>
                  <c:pt idx="409">
                    <c:v/>
                  </c:pt>
                  <c:pt idx="410">
                    <c:v/>
                  </c:pt>
                  <c:pt idx="411">
                    <c:v/>
                  </c:pt>
                  <c:pt idx="412">
                    <c:v/>
                  </c:pt>
                  <c:pt idx="413">
                    <c:v/>
                  </c:pt>
                  <c:pt idx="414">
                    <c:v/>
                  </c:pt>
                  <c:pt idx="415">
                    <c:v/>
                  </c:pt>
                  <c:pt idx="416">
                    <c:v/>
                  </c:pt>
                  <c:pt idx="417">
                    <c:v/>
                  </c:pt>
                  <c:pt idx="418">
                    <c:v/>
                  </c:pt>
                  <c:pt idx="419">
                    <c:v/>
                  </c:pt>
                  <c:pt idx="420">
                    <c:v/>
                  </c:pt>
                  <c:pt idx="421">
                    <c:v/>
                  </c:pt>
                  <c:pt idx="422">
                    <c:v/>
                  </c:pt>
                  <c:pt idx="423">
                    <c:v/>
                  </c:pt>
                  <c:pt idx="424">
                    <c:v/>
                  </c:pt>
                  <c:pt idx="425">
                    <c:v/>
                  </c:pt>
                  <c:pt idx="426">
                    <c:v/>
                  </c:pt>
                  <c:pt idx="427">
                    <c:v/>
                  </c:pt>
                  <c:pt idx="428">
                    <c:v/>
                  </c:pt>
                  <c:pt idx="429">
                    <c:v/>
                  </c:pt>
                  <c:pt idx="430">
                    <c:v/>
                  </c:pt>
                  <c:pt idx="431">
                    <c:v/>
                  </c:pt>
                  <c:pt idx="432">
                    <c:v/>
                  </c:pt>
                  <c:pt idx="433">
                    <c:v/>
                  </c:pt>
                  <c:pt idx="434">
                    <c:v/>
                  </c:pt>
                  <c:pt idx="435">
                    <c:v/>
                  </c:pt>
                  <c:pt idx="436">
                    <c:v/>
                  </c:pt>
                  <c:pt idx="437">
                    <c:v/>
                  </c:pt>
                  <c:pt idx="438">
                    <c:v/>
                  </c:pt>
                  <c:pt idx="439">
                    <c:v/>
                  </c:pt>
                  <c:pt idx="440">
                    <c:v/>
                  </c:pt>
                  <c:pt idx="441">
                    <c:v/>
                  </c:pt>
                  <c:pt idx="442">
                    <c:v/>
                  </c:pt>
                  <c:pt idx="443">
                    <c:v/>
                  </c:pt>
                  <c:pt idx="444">
                    <c:v/>
                  </c:pt>
                  <c:pt idx="445">
                    <c:v/>
                  </c:pt>
                  <c:pt idx="446">
                    <c:v/>
                  </c:pt>
                  <c:pt idx="447">
                    <c:v/>
                  </c:pt>
                  <c:pt idx="448">
                    <c:v/>
                  </c:pt>
                  <c:pt idx="449">
                    <c:v/>
                  </c:pt>
                  <c:pt idx="450">
                    <c:v/>
                  </c:pt>
                  <c:pt idx="451">
                    <c:v/>
                  </c:pt>
                  <c:pt idx="452">
                    <c:v/>
                  </c:pt>
                  <c:pt idx="453">
                    <c:v/>
                  </c:pt>
                  <c:pt idx="454">
                    <c:v/>
                  </c:pt>
                  <c:pt idx="455">
                    <c:v/>
                  </c:pt>
                  <c:pt idx="456">
                    <c:v/>
                  </c:pt>
                  <c:pt idx="457">
                    <c:v/>
                  </c:pt>
                  <c:pt idx="458">
                    <c:v/>
                  </c:pt>
                  <c:pt idx="459">
                    <c:v/>
                  </c:pt>
                  <c:pt idx="460">
                    <c:v/>
                  </c:pt>
                  <c:pt idx="461">
                    <c:v/>
                  </c:pt>
                  <c:pt idx="462">
                    <c:v/>
                  </c:pt>
                  <c:pt idx="463">
                    <c:v/>
                  </c:pt>
                  <c:pt idx="464">
                    <c:v/>
                  </c:pt>
                  <c:pt idx="465">
                    <c:v/>
                  </c:pt>
                  <c:pt idx="466">
                    <c:v/>
                  </c:pt>
                  <c:pt idx="467">
                    <c:v/>
                  </c:pt>
                  <c:pt idx="468">
                    <c:v/>
                  </c:pt>
                  <c:pt idx="469">
                    <c:v/>
                  </c:pt>
                  <c:pt idx="470">
                    <c:v/>
                  </c:pt>
                  <c:pt idx="471">
                    <c:v/>
                  </c:pt>
                  <c:pt idx="472">
                    <c:v/>
                  </c:pt>
                  <c:pt idx="473">
                    <c:v/>
                  </c:pt>
                  <c:pt idx="474">
                    <c:v/>
                  </c:pt>
                  <c:pt idx="475">
                    <c:v/>
                  </c:pt>
                  <c:pt idx="476">
                    <c:v/>
                  </c:pt>
                  <c:pt idx="477">
                    <c:v/>
                  </c:pt>
                  <c:pt idx="478">
                    <c:v/>
                  </c:pt>
                  <c:pt idx="479">
                    <c:v/>
                  </c:pt>
                  <c:pt idx="480">
                    <c:v/>
                  </c:pt>
                  <c:pt idx="481">
                    <c:v>22 Aug</c:v>
                  </c:pt>
                  <c:pt idx="482">
                    <c:v/>
                  </c:pt>
                  <c:pt idx="483">
                    <c:v/>
                  </c:pt>
                  <c:pt idx="484">
                    <c:v/>
                  </c:pt>
                  <c:pt idx="485">
                    <c:v/>
                  </c:pt>
                  <c:pt idx="486">
                    <c:v/>
                  </c:pt>
                  <c:pt idx="487">
                    <c:v/>
                  </c:pt>
                  <c:pt idx="488">
                    <c:v/>
                  </c:pt>
                  <c:pt idx="489">
                    <c:v/>
                  </c:pt>
                  <c:pt idx="490">
                    <c:v/>
                  </c:pt>
                  <c:pt idx="491">
                    <c:v/>
                  </c:pt>
                  <c:pt idx="492">
                    <c:v/>
                  </c:pt>
                  <c:pt idx="493">
                    <c:v/>
                  </c:pt>
                  <c:pt idx="494">
                    <c:v/>
                  </c:pt>
                  <c:pt idx="495">
                    <c:v/>
                  </c:pt>
                  <c:pt idx="496">
                    <c:v/>
                  </c:pt>
                  <c:pt idx="497">
                    <c:v/>
                  </c:pt>
                  <c:pt idx="498">
                    <c:v/>
                  </c:pt>
                  <c:pt idx="499">
                    <c:v/>
                  </c:pt>
                  <c:pt idx="500">
                    <c:v/>
                  </c:pt>
                  <c:pt idx="501">
                    <c:v/>
                  </c:pt>
                  <c:pt idx="502">
                    <c:v/>
                  </c:pt>
                  <c:pt idx="503">
                    <c:v/>
                  </c:pt>
                  <c:pt idx="504">
                    <c:v/>
                  </c:pt>
                  <c:pt idx="505">
                    <c:v/>
                  </c:pt>
                  <c:pt idx="506">
                    <c:v/>
                  </c:pt>
                  <c:pt idx="507">
                    <c:v/>
                  </c:pt>
                  <c:pt idx="508">
                    <c:v/>
                  </c:pt>
                  <c:pt idx="509">
                    <c:v/>
                  </c:pt>
                  <c:pt idx="510">
                    <c:v/>
                  </c:pt>
                  <c:pt idx="511">
                    <c:v/>
                  </c:pt>
                  <c:pt idx="512">
                    <c:v/>
                  </c:pt>
                  <c:pt idx="513">
                    <c:v/>
                  </c:pt>
                  <c:pt idx="514">
                    <c:v/>
                  </c:pt>
                  <c:pt idx="515">
                    <c:v/>
                  </c:pt>
                  <c:pt idx="516">
                    <c:v/>
                  </c:pt>
                  <c:pt idx="517">
                    <c:v/>
                  </c:pt>
                  <c:pt idx="518">
                    <c:v/>
                  </c:pt>
                  <c:pt idx="519">
                    <c:v/>
                  </c:pt>
                  <c:pt idx="520">
                    <c:v/>
                  </c:pt>
                  <c:pt idx="521">
                    <c:v/>
                  </c:pt>
                  <c:pt idx="522">
                    <c:v/>
                  </c:pt>
                  <c:pt idx="523">
                    <c:v/>
                  </c:pt>
                  <c:pt idx="524">
                    <c:v/>
                  </c:pt>
                  <c:pt idx="525">
                    <c:v/>
                  </c:pt>
                  <c:pt idx="526">
                    <c:v/>
                  </c:pt>
                  <c:pt idx="527">
                    <c:v/>
                  </c:pt>
                  <c:pt idx="528">
                    <c:v/>
                  </c:pt>
                  <c:pt idx="529">
                    <c:v/>
                  </c:pt>
                  <c:pt idx="530">
                    <c:v/>
                  </c:pt>
                  <c:pt idx="531">
                    <c:v/>
                  </c:pt>
                  <c:pt idx="532">
                    <c:v/>
                  </c:pt>
                  <c:pt idx="533">
                    <c:v/>
                  </c:pt>
                  <c:pt idx="534">
                    <c:v/>
                  </c:pt>
                  <c:pt idx="535">
                    <c:v/>
                  </c:pt>
                  <c:pt idx="536">
                    <c:v/>
                  </c:pt>
                  <c:pt idx="537">
                    <c:v/>
                  </c:pt>
                  <c:pt idx="538">
                    <c:v/>
                  </c:pt>
                  <c:pt idx="539">
                    <c:v/>
                  </c:pt>
                  <c:pt idx="540">
                    <c:v/>
                  </c:pt>
                  <c:pt idx="541">
                    <c:v/>
                  </c:pt>
                  <c:pt idx="542">
                    <c:v/>
                  </c:pt>
                  <c:pt idx="543">
                    <c:v/>
                  </c:pt>
                  <c:pt idx="544">
                    <c:v/>
                  </c:pt>
                  <c:pt idx="545">
                    <c:v/>
                  </c:pt>
                  <c:pt idx="546">
                    <c:v/>
                  </c:pt>
                  <c:pt idx="547">
                    <c:v/>
                  </c:pt>
                  <c:pt idx="548">
                    <c:v/>
                  </c:pt>
                  <c:pt idx="549">
                    <c:v/>
                  </c:pt>
                  <c:pt idx="550">
                    <c:v/>
                  </c:pt>
                  <c:pt idx="551">
                    <c:v/>
                  </c:pt>
                  <c:pt idx="552">
                    <c:v/>
                  </c:pt>
                  <c:pt idx="553">
                    <c:v/>
                  </c:pt>
                  <c:pt idx="554">
                    <c:v/>
                  </c:pt>
                  <c:pt idx="555">
                    <c:v/>
                  </c:pt>
                  <c:pt idx="556">
                    <c:v/>
                  </c:pt>
                  <c:pt idx="557">
                    <c:v/>
                  </c:pt>
                  <c:pt idx="558">
                    <c:v/>
                  </c:pt>
                  <c:pt idx="559">
                    <c:v/>
                  </c:pt>
                  <c:pt idx="560">
                    <c:v/>
                  </c:pt>
                  <c:pt idx="561">
                    <c:v/>
                  </c:pt>
                  <c:pt idx="562">
                    <c:v/>
                  </c:pt>
                  <c:pt idx="563">
                    <c:v/>
                  </c:pt>
                  <c:pt idx="564">
                    <c:v/>
                  </c:pt>
                  <c:pt idx="565">
                    <c:v/>
                  </c:pt>
                  <c:pt idx="566">
                    <c:v/>
                  </c:pt>
                  <c:pt idx="567">
                    <c:v/>
                  </c:pt>
                  <c:pt idx="568">
                    <c:v/>
                  </c:pt>
                  <c:pt idx="569">
                    <c:v/>
                  </c:pt>
                  <c:pt idx="570">
                    <c:v/>
                  </c:pt>
                  <c:pt idx="571">
                    <c:v/>
                  </c:pt>
                  <c:pt idx="572">
                    <c:v/>
                  </c:pt>
                  <c:pt idx="573">
                    <c:v/>
                  </c:pt>
                  <c:pt idx="574">
                    <c:v/>
                  </c:pt>
                  <c:pt idx="575">
                    <c:v/>
                  </c:pt>
                  <c:pt idx="576">
                    <c:v/>
                  </c:pt>
                  <c:pt idx="577">
                    <c:v/>
                  </c:pt>
                  <c:pt idx="578">
                    <c:v/>
                  </c:pt>
                  <c:pt idx="579">
                    <c:v/>
                  </c:pt>
                  <c:pt idx="580">
                    <c:v/>
                  </c:pt>
                  <c:pt idx="581">
                    <c:v/>
                  </c:pt>
                  <c:pt idx="582">
                    <c:v/>
                  </c:pt>
                  <c:pt idx="583">
                    <c:v/>
                  </c:pt>
                  <c:pt idx="584">
                    <c:v/>
                  </c:pt>
                  <c:pt idx="585">
                    <c:v/>
                  </c:pt>
                  <c:pt idx="586">
                    <c:v/>
                  </c:pt>
                  <c:pt idx="587">
                    <c:v/>
                  </c:pt>
                  <c:pt idx="588">
                    <c:v/>
                  </c:pt>
                  <c:pt idx="589">
                    <c:v/>
                  </c:pt>
                  <c:pt idx="590">
                    <c:v/>
                  </c:pt>
                  <c:pt idx="591">
                    <c:v/>
                  </c:pt>
                  <c:pt idx="592">
                    <c:v/>
                  </c:pt>
                  <c:pt idx="593">
                    <c:v/>
                  </c:pt>
                  <c:pt idx="594">
                    <c:v/>
                  </c:pt>
                  <c:pt idx="595">
                    <c:v/>
                  </c:pt>
                  <c:pt idx="596">
                    <c:v/>
                  </c:pt>
                  <c:pt idx="597">
                    <c:v/>
                  </c:pt>
                  <c:pt idx="598">
                    <c:v/>
                  </c:pt>
                  <c:pt idx="599">
                    <c:v/>
                  </c:pt>
                  <c:pt idx="600">
                    <c:v/>
                  </c:pt>
                  <c:pt idx="601">
                    <c:v/>
                  </c:pt>
                  <c:pt idx="602">
                    <c:v/>
                  </c:pt>
                  <c:pt idx="603">
                    <c:v/>
                  </c:pt>
                  <c:pt idx="604">
                    <c:v/>
                  </c:pt>
                  <c:pt idx="605">
                    <c:v/>
                  </c:pt>
                  <c:pt idx="606">
                    <c:v/>
                  </c:pt>
                  <c:pt idx="607">
                    <c:v/>
                  </c:pt>
                  <c:pt idx="608">
                    <c:v/>
                  </c:pt>
                  <c:pt idx="609">
                    <c:v/>
                  </c:pt>
                  <c:pt idx="610">
                    <c:v/>
                  </c:pt>
                  <c:pt idx="611">
                    <c:v/>
                  </c:pt>
                  <c:pt idx="612">
                    <c:v/>
                  </c:pt>
                  <c:pt idx="613">
                    <c:v/>
                  </c:pt>
                  <c:pt idx="614">
                    <c:v/>
                  </c:pt>
                  <c:pt idx="615">
                    <c:v/>
                  </c:pt>
                  <c:pt idx="616">
                    <c:v/>
                  </c:pt>
                  <c:pt idx="617">
                    <c:v/>
                  </c:pt>
                  <c:pt idx="618">
                    <c:v/>
                  </c:pt>
                  <c:pt idx="619">
                    <c:v/>
                  </c:pt>
                  <c:pt idx="620">
                    <c:v/>
                  </c:pt>
                  <c:pt idx="621">
                    <c:v/>
                  </c:pt>
                  <c:pt idx="622">
                    <c:v/>
                  </c:pt>
                  <c:pt idx="623">
                    <c:v/>
                  </c:pt>
                  <c:pt idx="624">
                    <c:v/>
                  </c:pt>
                  <c:pt idx="625">
                    <c:v/>
                  </c:pt>
                  <c:pt idx="626">
                    <c:v/>
                  </c:pt>
                  <c:pt idx="627">
                    <c:v/>
                  </c:pt>
                  <c:pt idx="628">
                    <c:v/>
                  </c:pt>
                  <c:pt idx="629">
                    <c:v/>
                  </c:pt>
                  <c:pt idx="630">
                    <c:v/>
                  </c:pt>
                  <c:pt idx="631">
                    <c:v/>
                  </c:pt>
                  <c:pt idx="632">
                    <c:v/>
                  </c:pt>
                  <c:pt idx="633">
                    <c:v/>
                  </c:pt>
                  <c:pt idx="634">
                    <c:v/>
                  </c:pt>
                  <c:pt idx="635">
                    <c:v/>
                  </c:pt>
                  <c:pt idx="636">
                    <c:v/>
                  </c:pt>
                  <c:pt idx="637">
                    <c:v/>
                  </c:pt>
                  <c:pt idx="638">
                    <c:v/>
                  </c:pt>
                  <c:pt idx="639">
                    <c:v/>
                  </c:pt>
                  <c:pt idx="640">
                    <c:v/>
                  </c:pt>
                  <c:pt idx="641">
                    <c:v/>
                  </c:pt>
                  <c:pt idx="642">
                    <c:v/>
                  </c:pt>
                  <c:pt idx="643">
                    <c:v/>
                  </c:pt>
                  <c:pt idx="644">
                    <c:v/>
                  </c:pt>
                  <c:pt idx="645">
                    <c:v/>
                  </c:pt>
                  <c:pt idx="646">
                    <c:v/>
                  </c:pt>
                  <c:pt idx="647">
                    <c:v/>
                  </c:pt>
                  <c:pt idx="648">
                    <c:v/>
                  </c:pt>
                  <c:pt idx="649">
                    <c:v>29 Aug</c:v>
                  </c:pt>
                  <c:pt idx="650">
                    <c:v/>
                  </c:pt>
                  <c:pt idx="651">
                    <c:v/>
                  </c:pt>
                  <c:pt idx="652">
                    <c:v/>
                  </c:pt>
                  <c:pt idx="653">
                    <c:v/>
                  </c:pt>
                  <c:pt idx="654">
                    <c:v/>
                  </c:pt>
                  <c:pt idx="655">
                    <c:v/>
                  </c:pt>
                  <c:pt idx="656">
                    <c:v/>
                  </c:pt>
                  <c:pt idx="657">
                    <c:v/>
                  </c:pt>
                  <c:pt idx="658">
                    <c:v/>
                  </c:pt>
                  <c:pt idx="659">
                    <c:v/>
                  </c:pt>
                  <c:pt idx="660">
                    <c:v/>
                  </c:pt>
                  <c:pt idx="661">
                    <c:v/>
                  </c:pt>
                  <c:pt idx="662">
                    <c:v/>
                  </c:pt>
                  <c:pt idx="663">
                    <c:v/>
                  </c:pt>
                  <c:pt idx="664">
                    <c:v/>
                  </c:pt>
                  <c:pt idx="665">
                    <c:v/>
                  </c:pt>
                  <c:pt idx="666">
                    <c:v/>
                  </c:pt>
                  <c:pt idx="667">
                    <c:v/>
                  </c:pt>
                  <c:pt idx="668">
                    <c:v/>
                  </c:pt>
                  <c:pt idx="669">
                    <c:v/>
                  </c:pt>
                  <c:pt idx="670">
                    <c:v/>
                  </c:pt>
                  <c:pt idx="671">
                    <c:v/>
                  </c:pt>
                  <c:pt idx="672">
                    <c:v/>
                  </c:pt>
                  <c:pt idx="673">
                    <c:v/>
                  </c:pt>
                  <c:pt idx="674">
                    <c:v/>
                  </c:pt>
                  <c:pt idx="675">
                    <c:v/>
                  </c:pt>
                  <c:pt idx="676">
                    <c:v/>
                  </c:pt>
                  <c:pt idx="677">
                    <c:v/>
                  </c:pt>
                  <c:pt idx="678">
                    <c:v/>
                  </c:pt>
                  <c:pt idx="679">
                    <c:v/>
                  </c:pt>
                  <c:pt idx="680">
                    <c:v/>
                  </c:pt>
                  <c:pt idx="681">
                    <c:v/>
                  </c:pt>
                  <c:pt idx="682">
                    <c:v/>
                  </c:pt>
                  <c:pt idx="683">
                    <c:v/>
                  </c:pt>
                  <c:pt idx="684">
                    <c:v/>
                  </c:pt>
                  <c:pt idx="685">
                    <c:v/>
                  </c:pt>
                  <c:pt idx="686">
                    <c:v/>
                  </c:pt>
                  <c:pt idx="687">
                    <c:v/>
                  </c:pt>
                  <c:pt idx="688">
                    <c:v/>
                  </c:pt>
                  <c:pt idx="689">
                    <c:v/>
                  </c:pt>
                  <c:pt idx="690">
                    <c:v/>
                  </c:pt>
                  <c:pt idx="691">
                    <c:v/>
                  </c:pt>
                  <c:pt idx="692">
                    <c:v/>
                  </c:pt>
                  <c:pt idx="693">
                    <c:v/>
                  </c:pt>
                  <c:pt idx="694">
                    <c:v/>
                  </c:pt>
                  <c:pt idx="695">
                    <c:v/>
                  </c:pt>
                  <c:pt idx="696">
                    <c:v/>
                  </c:pt>
                  <c:pt idx="697">
                    <c:v/>
                  </c:pt>
                  <c:pt idx="698">
                    <c:v/>
                  </c:pt>
                  <c:pt idx="699">
                    <c:v/>
                  </c:pt>
                  <c:pt idx="700">
                    <c:v/>
                  </c:pt>
                  <c:pt idx="701">
                    <c:v/>
                  </c:pt>
                  <c:pt idx="702">
                    <c:v/>
                  </c:pt>
                  <c:pt idx="703">
                    <c:v/>
                  </c:pt>
                  <c:pt idx="704">
                    <c:v/>
                  </c:pt>
                  <c:pt idx="705">
                    <c:v/>
                  </c:pt>
                  <c:pt idx="706">
                    <c:v/>
                  </c:pt>
                  <c:pt idx="707">
                    <c:v/>
                  </c:pt>
                  <c:pt idx="708">
                    <c:v/>
                  </c:pt>
                  <c:pt idx="709">
                    <c:v/>
                  </c:pt>
                  <c:pt idx="710">
                    <c:v/>
                  </c:pt>
                  <c:pt idx="711">
                    <c:v/>
                  </c:pt>
                  <c:pt idx="712">
                    <c:v/>
                  </c:pt>
                  <c:pt idx="713">
                    <c:v/>
                  </c:pt>
                  <c:pt idx="714">
                    <c:v/>
                  </c:pt>
                  <c:pt idx="715">
                    <c:v/>
                  </c:pt>
                  <c:pt idx="716">
                    <c:v/>
                  </c:pt>
                  <c:pt idx="717">
                    <c:v/>
                  </c:pt>
                  <c:pt idx="718">
                    <c:v/>
                  </c:pt>
                  <c:pt idx="719">
                    <c:v/>
                  </c:pt>
                  <c:pt idx="720">
                    <c:v/>
                  </c:pt>
                </c:lvl>
              </c:multiLvlStrCache>
            </c:multiLvlStrRef>
          </c:cat>
          <c:val>
            <c:numRef>
              <c:f>Sheet1!$C$2:$C$722</c:f>
              <c:numCache>
                <c:formatCode>General</c:formatCode>
                <c:ptCount val="721"/>
                <c:pt idx="0">
                  <c:v>5.23</c:v>
                </c:pt>
                <c:pt idx="1">
                  <c:v>5.24</c:v>
                </c:pt>
                <c:pt idx="2">
                  <c:v>5.23</c:v>
                </c:pt>
                <c:pt idx="3">
                  <c:v>5.23</c:v>
                </c:pt>
                <c:pt idx="4">
                  <c:v>5.23</c:v>
                </c:pt>
                <c:pt idx="5">
                  <c:v>5.23</c:v>
                </c:pt>
                <c:pt idx="6">
                  <c:v>5.23</c:v>
                </c:pt>
                <c:pt idx="7">
                  <c:v>5.23</c:v>
                </c:pt>
                <c:pt idx="8">
                  <c:v>5.23</c:v>
                </c:pt>
                <c:pt idx="9">
                  <c:v>5.23</c:v>
                </c:pt>
                <c:pt idx="10">
                  <c:v>5.23</c:v>
                </c:pt>
                <c:pt idx="11">
                  <c:v>5.19</c:v>
                </c:pt>
                <c:pt idx="12">
                  <c:v>5.2</c:v>
                </c:pt>
                <c:pt idx="13">
                  <c:v>5.19</c:v>
                </c:pt>
                <c:pt idx="14">
                  <c:v>5.6</c:v>
                </c:pt>
                <c:pt idx="15">
                  <c:v>5.61</c:v>
                </c:pt>
                <c:pt idx="16">
                  <c:v>5.62</c:v>
                </c:pt>
                <c:pt idx="17">
                  <c:v>5.62</c:v>
                </c:pt>
                <c:pt idx="18">
                  <c:v>5.58</c:v>
                </c:pt>
                <c:pt idx="19">
                  <c:v>5.58</c:v>
                </c:pt>
                <c:pt idx="20">
                  <c:v>5.61</c:v>
                </c:pt>
                <c:pt idx="21">
                  <c:v>5.61</c:v>
                </c:pt>
                <c:pt idx="22">
                  <c:v>5.61</c:v>
                </c:pt>
                <c:pt idx="23">
                  <c:v>5.62</c:v>
                </c:pt>
                <c:pt idx="24">
                  <c:v>5.63</c:v>
                </c:pt>
                <c:pt idx="25">
                  <c:v>5.62</c:v>
                </c:pt>
                <c:pt idx="26">
                  <c:v>5.63</c:v>
                </c:pt>
                <c:pt idx="27">
                  <c:v>5.63</c:v>
                </c:pt>
                <c:pt idx="28">
                  <c:v>5.63</c:v>
                </c:pt>
                <c:pt idx="29">
                  <c:v>5.63</c:v>
                </c:pt>
                <c:pt idx="30">
                  <c:v>5.64</c:v>
                </c:pt>
                <c:pt idx="31">
                  <c:v>5.64</c:v>
                </c:pt>
                <c:pt idx="32">
                  <c:v>5.63</c:v>
                </c:pt>
                <c:pt idx="33">
                  <c:v>5.63</c:v>
                </c:pt>
                <c:pt idx="34">
                  <c:v>5.62</c:v>
                </c:pt>
                <c:pt idx="35">
                  <c:v>5.66</c:v>
                </c:pt>
                <c:pt idx="36">
                  <c:v>5.66</c:v>
                </c:pt>
                <c:pt idx="37">
                  <c:v>5.67</c:v>
                </c:pt>
                <c:pt idx="38">
                  <c:v>5.67</c:v>
                </c:pt>
                <c:pt idx="39">
                  <c:v>5.67</c:v>
                </c:pt>
                <c:pt idx="40">
                  <c:v>5.67</c:v>
                </c:pt>
                <c:pt idx="41">
                  <c:v>5.67</c:v>
                </c:pt>
                <c:pt idx="42">
                  <c:v>5.75</c:v>
                </c:pt>
                <c:pt idx="43">
                  <c:v>5.75</c:v>
                </c:pt>
                <c:pt idx="44">
                  <c:v>5.76</c:v>
                </c:pt>
                <c:pt idx="45">
                  <c:v>5.76</c:v>
                </c:pt>
                <c:pt idx="46">
                  <c:v>5.75</c:v>
                </c:pt>
                <c:pt idx="47">
                  <c:v>5.71</c:v>
                </c:pt>
                <c:pt idx="48">
                  <c:v>5.7</c:v>
                </c:pt>
                <c:pt idx="49">
                  <c:v>5.7</c:v>
                </c:pt>
                <c:pt idx="50">
                  <c:v>5.7</c:v>
                </c:pt>
                <c:pt idx="51">
                  <c:v>5.7</c:v>
                </c:pt>
                <c:pt idx="52">
                  <c:v>5.7</c:v>
                </c:pt>
                <c:pt idx="53">
                  <c:v>5.69</c:v>
                </c:pt>
                <c:pt idx="54">
                  <c:v>5.69</c:v>
                </c:pt>
                <c:pt idx="55">
                  <c:v>5.69</c:v>
                </c:pt>
                <c:pt idx="56">
                  <c:v>5.69</c:v>
                </c:pt>
                <c:pt idx="57">
                  <c:v>5.69</c:v>
                </c:pt>
                <c:pt idx="58">
                  <c:v>5.69</c:v>
                </c:pt>
                <c:pt idx="59">
                  <c:v>5.69</c:v>
                </c:pt>
                <c:pt idx="60">
                  <c:v>5.69</c:v>
                </c:pt>
                <c:pt idx="61">
                  <c:v>5.68</c:v>
                </c:pt>
                <c:pt idx="62">
                  <c:v>5.68</c:v>
                </c:pt>
                <c:pt idx="63">
                  <c:v>5.68</c:v>
                </c:pt>
                <c:pt idx="64">
                  <c:v>5.68</c:v>
                </c:pt>
                <c:pt idx="65">
                  <c:v>5.45</c:v>
                </c:pt>
                <c:pt idx="66">
                  <c:v>5.45</c:v>
                </c:pt>
                <c:pt idx="67">
                  <c:v>5.45</c:v>
                </c:pt>
                <c:pt idx="68">
                  <c:v>5.45</c:v>
                </c:pt>
                <c:pt idx="69">
                  <c:v>5.45</c:v>
                </c:pt>
                <c:pt idx="70">
                  <c:v>5.46</c:v>
                </c:pt>
                <c:pt idx="71">
                  <c:v>5.5</c:v>
                </c:pt>
                <c:pt idx="72">
                  <c:v>5.49</c:v>
                </c:pt>
                <c:pt idx="73">
                  <c:v>5.5</c:v>
                </c:pt>
                <c:pt idx="74">
                  <c:v>5.5</c:v>
                </c:pt>
                <c:pt idx="75">
                  <c:v>5.5</c:v>
                </c:pt>
                <c:pt idx="76">
                  <c:v>5.51</c:v>
                </c:pt>
                <c:pt idx="77">
                  <c:v>5.52</c:v>
                </c:pt>
                <c:pt idx="78">
                  <c:v>5.52</c:v>
                </c:pt>
                <c:pt idx="79">
                  <c:v>5.5</c:v>
                </c:pt>
                <c:pt idx="80">
                  <c:v>5.5</c:v>
                </c:pt>
                <c:pt idx="81">
                  <c:v>5.49</c:v>
                </c:pt>
                <c:pt idx="82">
                  <c:v>5.49</c:v>
                </c:pt>
                <c:pt idx="83">
                  <c:v>5.49</c:v>
                </c:pt>
                <c:pt idx="84">
                  <c:v>5.49</c:v>
                </c:pt>
                <c:pt idx="85">
                  <c:v>5.5</c:v>
                </c:pt>
                <c:pt idx="86">
                  <c:v>5.5</c:v>
                </c:pt>
                <c:pt idx="87">
                  <c:v>5.5</c:v>
                </c:pt>
                <c:pt idx="88">
                  <c:v>5.5</c:v>
                </c:pt>
                <c:pt idx="89">
                  <c:v>5.73</c:v>
                </c:pt>
                <c:pt idx="90">
                  <c:v>5.74</c:v>
                </c:pt>
                <c:pt idx="91">
                  <c:v>5.74</c:v>
                </c:pt>
                <c:pt idx="92">
                  <c:v>5.73</c:v>
                </c:pt>
                <c:pt idx="93">
                  <c:v>5.73</c:v>
                </c:pt>
                <c:pt idx="94">
                  <c:v>5.73</c:v>
                </c:pt>
                <c:pt idx="95">
                  <c:v>5.73</c:v>
                </c:pt>
                <c:pt idx="96">
                  <c:v>5.73</c:v>
                </c:pt>
                <c:pt idx="97">
                  <c:v>5.73</c:v>
                </c:pt>
                <c:pt idx="98">
                  <c:v>5.73</c:v>
                </c:pt>
                <c:pt idx="99">
                  <c:v>5.72</c:v>
                </c:pt>
                <c:pt idx="100">
                  <c:v>5.72</c:v>
                </c:pt>
                <c:pt idx="101">
                  <c:v>5.71</c:v>
                </c:pt>
                <c:pt idx="102">
                  <c:v>5.71</c:v>
                </c:pt>
                <c:pt idx="103">
                  <c:v>5.72</c:v>
                </c:pt>
                <c:pt idx="104">
                  <c:v>5.72</c:v>
                </c:pt>
                <c:pt idx="105">
                  <c:v>5.73</c:v>
                </c:pt>
                <c:pt idx="106">
                  <c:v>5.72</c:v>
                </c:pt>
                <c:pt idx="107">
                  <c:v>5.72</c:v>
                </c:pt>
                <c:pt idx="108">
                  <c:v>5.73</c:v>
                </c:pt>
                <c:pt idx="109">
                  <c:v>5.73</c:v>
                </c:pt>
                <c:pt idx="110">
                  <c:v>5.73</c:v>
                </c:pt>
                <c:pt idx="111">
                  <c:v>5.72</c:v>
                </c:pt>
                <c:pt idx="112">
                  <c:v>5.72</c:v>
                </c:pt>
                <c:pt idx="113">
                  <c:v>5.72</c:v>
                </c:pt>
                <c:pt idx="114">
                  <c:v>5.72</c:v>
                </c:pt>
                <c:pt idx="115">
                  <c:v>5.72</c:v>
                </c:pt>
                <c:pt idx="116">
                  <c:v>5.73</c:v>
                </c:pt>
                <c:pt idx="117">
                  <c:v>5.73</c:v>
                </c:pt>
                <c:pt idx="118">
                  <c:v>5.73</c:v>
                </c:pt>
                <c:pt idx="119">
                  <c:v>5.71</c:v>
                </c:pt>
                <c:pt idx="120">
                  <c:v>5.71</c:v>
                </c:pt>
                <c:pt idx="121">
                  <c:v>5.71</c:v>
                </c:pt>
                <c:pt idx="122">
                  <c:v>5.71</c:v>
                </c:pt>
                <c:pt idx="123">
                  <c:v>5.71</c:v>
                </c:pt>
                <c:pt idx="124">
                  <c:v>5.72</c:v>
                </c:pt>
                <c:pt idx="125">
                  <c:v>5.71</c:v>
                </c:pt>
                <c:pt idx="126">
                  <c:v>5.72</c:v>
                </c:pt>
                <c:pt idx="127">
                  <c:v>5.73</c:v>
                </c:pt>
                <c:pt idx="128">
                  <c:v>5.73</c:v>
                </c:pt>
                <c:pt idx="129">
                  <c:v>5.73</c:v>
                </c:pt>
                <c:pt idx="130">
                  <c:v>5.73</c:v>
                </c:pt>
                <c:pt idx="131">
                  <c:v>5.73</c:v>
                </c:pt>
                <c:pt idx="132">
                  <c:v>5.72</c:v>
                </c:pt>
                <c:pt idx="133">
                  <c:v>5.72</c:v>
                </c:pt>
                <c:pt idx="134">
                  <c:v>5.72</c:v>
                </c:pt>
                <c:pt idx="135">
                  <c:v>5.72</c:v>
                </c:pt>
                <c:pt idx="136">
                  <c:v>5.72</c:v>
                </c:pt>
                <c:pt idx="137">
                  <c:v>5.71</c:v>
                </c:pt>
                <c:pt idx="138">
                  <c:v>5.71</c:v>
                </c:pt>
                <c:pt idx="139">
                  <c:v>5.72</c:v>
                </c:pt>
                <c:pt idx="140">
                  <c:v>5.71</c:v>
                </c:pt>
                <c:pt idx="141">
                  <c:v>5.64</c:v>
                </c:pt>
                <c:pt idx="142">
                  <c:v>5.63</c:v>
                </c:pt>
                <c:pt idx="143">
                  <c:v>5.65</c:v>
                </c:pt>
                <c:pt idx="144">
                  <c:v>5.65</c:v>
                </c:pt>
                <c:pt idx="145">
                  <c:v>5.65</c:v>
                </c:pt>
                <c:pt idx="146">
                  <c:v>5.65</c:v>
                </c:pt>
                <c:pt idx="147">
                  <c:v>5.66</c:v>
                </c:pt>
                <c:pt idx="148">
                  <c:v>5.66</c:v>
                </c:pt>
                <c:pt idx="149">
                  <c:v>5.66</c:v>
                </c:pt>
                <c:pt idx="150">
                  <c:v>5.66</c:v>
                </c:pt>
                <c:pt idx="151">
                  <c:v>5.66</c:v>
                </c:pt>
                <c:pt idx="152">
                  <c:v>5.66</c:v>
                </c:pt>
                <c:pt idx="153">
                  <c:v>5.65</c:v>
                </c:pt>
                <c:pt idx="154">
                  <c:v>5.65</c:v>
                </c:pt>
                <c:pt idx="155">
                  <c:v>5.66</c:v>
                </c:pt>
                <c:pt idx="156">
                  <c:v>5.66</c:v>
                </c:pt>
                <c:pt idx="157">
                  <c:v>5.66</c:v>
                </c:pt>
                <c:pt idx="158">
                  <c:v>5.67</c:v>
                </c:pt>
                <c:pt idx="159">
                  <c:v>5.67</c:v>
                </c:pt>
                <c:pt idx="160">
                  <c:v>5.67</c:v>
                </c:pt>
                <c:pt idx="161">
                  <c:v>5.68</c:v>
                </c:pt>
                <c:pt idx="162">
                  <c:v>5.68</c:v>
                </c:pt>
                <c:pt idx="163">
                  <c:v>5.4</c:v>
                </c:pt>
                <c:pt idx="164">
                  <c:v>5.41</c:v>
                </c:pt>
                <c:pt idx="165">
                  <c:v>5.46</c:v>
                </c:pt>
                <c:pt idx="166">
                  <c:v>5.46</c:v>
                </c:pt>
                <c:pt idx="167">
                  <c:v>5.45</c:v>
                </c:pt>
                <c:pt idx="168">
                  <c:v>5.46</c:v>
                </c:pt>
                <c:pt idx="169">
                  <c:v>5.46</c:v>
                </c:pt>
                <c:pt idx="170">
                  <c:v>5.45</c:v>
                </c:pt>
                <c:pt idx="171">
                  <c:v>5.4</c:v>
                </c:pt>
                <c:pt idx="172">
                  <c:v>5.39</c:v>
                </c:pt>
                <c:pt idx="173">
                  <c:v>5.39</c:v>
                </c:pt>
                <c:pt idx="174">
                  <c:v>5.39</c:v>
                </c:pt>
                <c:pt idx="175">
                  <c:v>5.39</c:v>
                </c:pt>
                <c:pt idx="176">
                  <c:v>5.39</c:v>
                </c:pt>
                <c:pt idx="177">
                  <c:v>5.4</c:v>
                </c:pt>
                <c:pt idx="178">
                  <c:v>5.41</c:v>
                </c:pt>
                <c:pt idx="179">
                  <c:v>5.41</c:v>
                </c:pt>
                <c:pt idx="180">
                  <c:v>5.4</c:v>
                </c:pt>
                <c:pt idx="181">
                  <c:v>5.4</c:v>
                </c:pt>
                <c:pt idx="182">
                  <c:v>5.4</c:v>
                </c:pt>
                <c:pt idx="183">
                  <c:v>5.4</c:v>
                </c:pt>
                <c:pt idx="184">
                  <c:v>5.4</c:v>
                </c:pt>
                <c:pt idx="185">
                  <c:v>5.4</c:v>
                </c:pt>
                <c:pt idx="186">
                  <c:v>5.4</c:v>
                </c:pt>
                <c:pt idx="187">
                  <c:v>5.67</c:v>
                </c:pt>
                <c:pt idx="188">
                  <c:v>5.66</c:v>
                </c:pt>
                <c:pt idx="189">
                  <c:v>5.53</c:v>
                </c:pt>
                <c:pt idx="190">
                  <c:v>5.53</c:v>
                </c:pt>
                <c:pt idx="191">
                  <c:v>5.53</c:v>
                </c:pt>
                <c:pt idx="192">
                  <c:v>5.53</c:v>
                </c:pt>
                <c:pt idx="193">
                  <c:v>5.53</c:v>
                </c:pt>
                <c:pt idx="194">
                  <c:v>5.53</c:v>
                </c:pt>
                <c:pt idx="195">
                  <c:v>5.59</c:v>
                </c:pt>
                <c:pt idx="196">
                  <c:v>5.58</c:v>
                </c:pt>
                <c:pt idx="197">
                  <c:v>5.59</c:v>
                </c:pt>
                <c:pt idx="198">
                  <c:v>5.59</c:v>
                </c:pt>
                <c:pt idx="199">
                  <c:v>5.6</c:v>
                </c:pt>
                <c:pt idx="200">
                  <c:v>5.6</c:v>
                </c:pt>
                <c:pt idx="201">
                  <c:v>5.59</c:v>
                </c:pt>
                <c:pt idx="202">
                  <c:v>5.59</c:v>
                </c:pt>
                <c:pt idx="203">
                  <c:v>5.58</c:v>
                </c:pt>
                <c:pt idx="204">
                  <c:v>5.58</c:v>
                </c:pt>
                <c:pt idx="205">
                  <c:v>5.59</c:v>
                </c:pt>
                <c:pt idx="206">
                  <c:v>5.59</c:v>
                </c:pt>
                <c:pt idx="207">
                  <c:v>5.58</c:v>
                </c:pt>
                <c:pt idx="208">
                  <c:v>5.59</c:v>
                </c:pt>
                <c:pt idx="209">
                  <c:v>5.59</c:v>
                </c:pt>
                <c:pt idx="210">
                  <c:v>5.59</c:v>
                </c:pt>
                <c:pt idx="211">
                  <c:v>5.59</c:v>
                </c:pt>
                <c:pt idx="212">
                  <c:v>5.59</c:v>
                </c:pt>
                <c:pt idx="213">
                  <c:v>5.75</c:v>
                </c:pt>
                <c:pt idx="214">
                  <c:v>5.75</c:v>
                </c:pt>
                <c:pt idx="215">
                  <c:v>5.75</c:v>
                </c:pt>
                <c:pt idx="216">
                  <c:v>5.75</c:v>
                </c:pt>
                <c:pt idx="217">
                  <c:v>5.75</c:v>
                </c:pt>
                <c:pt idx="218">
                  <c:v>5.76</c:v>
                </c:pt>
                <c:pt idx="219">
                  <c:v>5.76</c:v>
                </c:pt>
                <c:pt idx="220">
                  <c:v>5.76</c:v>
                </c:pt>
                <c:pt idx="221">
                  <c:v>5.76</c:v>
                </c:pt>
                <c:pt idx="222">
                  <c:v>5.75</c:v>
                </c:pt>
                <c:pt idx="223">
                  <c:v>5.75</c:v>
                </c:pt>
                <c:pt idx="224">
                  <c:v>5.75</c:v>
                </c:pt>
                <c:pt idx="225">
                  <c:v>5.75</c:v>
                </c:pt>
                <c:pt idx="226">
                  <c:v>5.75</c:v>
                </c:pt>
                <c:pt idx="227">
                  <c:v>5.75</c:v>
                </c:pt>
                <c:pt idx="228">
                  <c:v>5.75</c:v>
                </c:pt>
                <c:pt idx="229">
                  <c:v>5.75</c:v>
                </c:pt>
                <c:pt idx="230">
                  <c:v>5.75</c:v>
                </c:pt>
                <c:pt idx="231">
                  <c:v>5.73</c:v>
                </c:pt>
                <c:pt idx="232">
                  <c:v>5.73</c:v>
                </c:pt>
                <c:pt idx="233">
                  <c:v>5.69</c:v>
                </c:pt>
                <c:pt idx="234">
                  <c:v>5.7</c:v>
                </c:pt>
                <c:pt idx="235">
                  <c:v>5.68</c:v>
                </c:pt>
                <c:pt idx="236">
                  <c:v>5.68</c:v>
                </c:pt>
                <c:pt idx="237">
                  <c:v>5.68</c:v>
                </c:pt>
                <c:pt idx="238">
                  <c:v>5.67</c:v>
                </c:pt>
                <c:pt idx="239">
                  <c:v>5.67</c:v>
                </c:pt>
                <c:pt idx="240">
                  <c:v>5.67</c:v>
                </c:pt>
                <c:pt idx="241">
                  <c:v>5.66</c:v>
                </c:pt>
                <c:pt idx="242">
                  <c:v>5.66</c:v>
                </c:pt>
                <c:pt idx="243">
                  <c:v>5.66</c:v>
                </c:pt>
                <c:pt idx="244">
                  <c:v>5.63</c:v>
                </c:pt>
                <c:pt idx="245">
                  <c:v>5.64</c:v>
                </c:pt>
                <c:pt idx="246">
                  <c:v>5.64</c:v>
                </c:pt>
                <c:pt idx="247">
                  <c:v>5.64</c:v>
                </c:pt>
                <c:pt idx="248">
                  <c:v>5.65</c:v>
                </c:pt>
                <c:pt idx="249">
                  <c:v>5.64</c:v>
                </c:pt>
                <c:pt idx="250">
                  <c:v>5.65</c:v>
                </c:pt>
                <c:pt idx="251">
                  <c:v>5.65</c:v>
                </c:pt>
                <c:pt idx="252">
                  <c:v>5.64</c:v>
                </c:pt>
                <c:pt idx="253">
                  <c:v>5.64</c:v>
                </c:pt>
                <c:pt idx="254">
                  <c:v>5.64</c:v>
                </c:pt>
                <c:pt idx="255">
                  <c:v>5.67</c:v>
                </c:pt>
                <c:pt idx="256">
                  <c:v>5.67</c:v>
                </c:pt>
                <c:pt idx="257">
                  <c:v>5.7</c:v>
                </c:pt>
                <c:pt idx="258">
                  <c:v>5.7</c:v>
                </c:pt>
                <c:pt idx="259">
                  <c:v>5.72</c:v>
                </c:pt>
                <c:pt idx="260">
                  <c:v>5.73</c:v>
                </c:pt>
                <c:pt idx="261">
                  <c:v>5.73</c:v>
                </c:pt>
                <c:pt idx="262">
                  <c:v>5.73</c:v>
                </c:pt>
                <c:pt idx="263">
                  <c:v>5.74</c:v>
                </c:pt>
                <c:pt idx="264">
                  <c:v>5.75</c:v>
                </c:pt>
                <c:pt idx="265">
                  <c:v>5.75</c:v>
                </c:pt>
                <c:pt idx="266">
                  <c:v>5.75</c:v>
                </c:pt>
                <c:pt idx="267">
                  <c:v>5.75</c:v>
                </c:pt>
                <c:pt idx="268">
                  <c:v>5.78</c:v>
                </c:pt>
                <c:pt idx="269">
                  <c:v>5.77</c:v>
                </c:pt>
                <c:pt idx="270">
                  <c:v>5.78</c:v>
                </c:pt>
                <c:pt idx="271">
                  <c:v>5.77</c:v>
                </c:pt>
                <c:pt idx="272">
                  <c:v>5.77</c:v>
                </c:pt>
                <c:pt idx="273">
                  <c:v>5.77</c:v>
                </c:pt>
                <c:pt idx="274">
                  <c:v>5.76</c:v>
                </c:pt>
                <c:pt idx="275">
                  <c:v>5.76</c:v>
                </c:pt>
                <c:pt idx="276">
                  <c:v>5.77</c:v>
                </c:pt>
                <c:pt idx="277">
                  <c:v>5.76</c:v>
                </c:pt>
                <c:pt idx="278">
                  <c:v>5.76</c:v>
                </c:pt>
                <c:pt idx="279">
                  <c:v>5.76</c:v>
                </c:pt>
                <c:pt idx="280">
                  <c:v>5.76</c:v>
                </c:pt>
                <c:pt idx="281">
                  <c:v>5.76</c:v>
                </c:pt>
                <c:pt idx="282">
                  <c:v>5.76</c:v>
                </c:pt>
                <c:pt idx="283">
                  <c:v>5.76</c:v>
                </c:pt>
                <c:pt idx="284">
                  <c:v>5.75</c:v>
                </c:pt>
                <c:pt idx="285">
                  <c:v>5.75</c:v>
                </c:pt>
                <c:pt idx="286">
                  <c:v>5.75</c:v>
                </c:pt>
                <c:pt idx="287">
                  <c:v>5.74</c:v>
                </c:pt>
                <c:pt idx="288">
                  <c:v>5.74</c:v>
                </c:pt>
                <c:pt idx="289">
                  <c:v>5.73</c:v>
                </c:pt>
                <c:pt idx="290">
                  <c:v>5.73</c:v>
                </c:pt>
                <c:pt idx="291">
                  <c:v>5.73</c:v>
                </c:pt>
                <c:pt idx="292">
                  <c:v>5.73</c:v>
                </c:pt>
                <c:pt idx="293">
                  <c:v>5.73</c:v>
                </c:pt>
                <c:pt idx="294">
                  <c:v>5.73</c:v>
                </c:pt>
                <c:pt idx="295">
                  <c:v>5.73</c:v>
                </c:pt>
                <c:pt idx="296">
                  <c:v>5.73</c:v>
                </c:pt>
                <c:pt idx="297">
                  <c:v>5.73</c:v>
                </c:pt>
                <c:pt idx="298">
                  <c:v>5.51</c:v>
                </c:pt>
                <c:pt idx="299">
                  <c:v>5.51</c:v>
                </c:pt>
                <c:pt idx="300">
                  <c:v>5.5</c:v>
                </c:pt>
                <c:pt idx="301">
                  <c:v>5.5</c:v>
                </c:pt>
                <c:pt idx="302">
                  <c:v>5.51</c:v>
                </c:pt>
                <c:pt idx="303">
                  <c:v>5.51</c:v>
                </c:pt>
                <c:pt idx="304">
                  <c:v>5.51</c:v>
                </c:pt>
                <c:pt idx="305">
                  <c:v>5.51</c:v>
                </c:pt>
                <c:pt idx="306">
                  <c:v>5.51</c:v>
                </c:pt>
                <c:pt idx="307">
                  <c:v>5.51</c:v>
                </c:pt>
                <c:pt idx="308">
                  <c:v>5.51</c:v>
                </c:pt>
                <c:pt idx="309">
                  <c:v>5.51</c:v>
                </c:pt>
                <c:pt idx="310">
                  <c:v>5.26</c:v>
                </c:pt>
                <c:pt idx="311">
                  <c:v>5.26</c:v>
                </c:pt>
                <c:pt idx="312">
                  <c:v>5.26</c:v>
                </c:pt>
                <c:pt idx="313">
                  <c:v>5.27</c:v>
                </c:pt>
                <c:pt idx="314">
                  <c:v>5.27</c:v>
                </c:pt>
                <c:pt idx="315">
                  <c:v>5.26</c:v>
                </c:pt>
                <c:pt idx="316">
                  <c:v>5.26</c:v>
                </c:pt>
                <c:pt idx="317">
                  <c:v>5.27</c:v>
                </c:pt>
                <c:pt idx="318">
                  <c:v>5.26</c:v>
                </c:pt>
                <c:pt idx="319">
                  <c:v>5.26</c:v>
                </c:pt>
                <c:pt idx="320">
                  <c:v>5.26</c:v>
                </c:pt>
                <c:pt idx="321">
                  <c:v>5.26</c:v>
                </c:pt>
                <c:pt idx="322">
                  <c:v>5.48</c:v>
                </c:pt>
                <c:pt idx="323">
                  <c:v>5.49</c:v>
                </c:pt>
                <c:pt idx="324">
                  <c:v>5.5</c:v>
                </c:pt>
                <c:pt idx="325">
                  <c:v>5.5</c:v>
                </c:pt>
                <c:pt idx="326">
                  <c:v>5.49</c:v>
                </c:pt>
                <c:pt idx="327">
                  <c:v>5.49</c:v>
                </c:pt>
                <c:pt idx="328">
                  <c:v>5.48</c:v>
                </c:pt>
                <c:pt idx="329">
                  <c:v>5.49</c:v>
                </c:pt>
                <c:pt idx="330">
                  <c:v>5.48</c:v>
                </c:pt>
                <c:pt idx="331">
                  <c:v>5.47</c:v>
                </c:pt>
                <c:pt idx="332">
                  <c:v>5.48</c:v>
                </c:pt>
                <c:pt idx="333">
                  <c:v>5.48</c:v>
                </c:pt>
                <c:pt idx="334">
                  <c:v>5.74</c:v>
                </c:pt>
                <c:pt idx="335">
                  <c:v>5.74</c:v>
                </c:pt>
                <c:pt idx="336">
                  <c:v>5.74</c:v>
                </c:pt>
                <c:pt idx="337">
                  <c:v>5.74</c:v>
                </c:pt>
                <c:pt idx="338">
                  <c:v>5.74</c:v>
                </c:pt>
                <c:pt idx="339">
                  <c:v>5.75</c:v>
                </c:pt>
                <c:pt idx="340">
                  <c:v>5.75</c:v>
                </c:pt>
                <c:pt idx="341">
                  <c:v>5.74</c:v>
                </c:pt>
                <c:pt idx="342">
                  <c:v>5.74</c:v>
                </c:pt>
                <c:pt idx="343">
                  <c:v>5.74</c:v>
                </c:pt>
                <c:pt idx="344">
                  <c:v>5.74</c:v>
                </c:pt>
                <c:pt idx="345">
                  <c:v>5.75</c:v>
                </c:pt>
                <c:pt idx="346">
                  <c:v>5.75</c:v>
                </c:pt>
                <c:pt idx="347">
                  <c:v>5.73</c:v>
                </c:pt>
                <c:pt idx="348">
                  <c:v>5.72</c:v>
                </c:pt>
                <c:pt idx="349">
                  <c:v>5.72</c:v>
                </c:pt>
                <c:pt idx="350">
                  <c:v>5.72</c:v>
                </c:pt>
                <c:pt idx="351">
                  <c:v>5.72</c:v>
                </c:pt>
                <c:pt idx="352">
                  <c:v>5.72</c:v>
                </c:pt>
                <c:pt idx="353">
                  <c:v>5.72</c:v>
                </c:pt>
                <c:pt idx="354">
                  <c:v>5.72</c:v>
                </c:pt>
                <c:pt idx="355">
                  <c:v>5.73</c:v>
                </c:pt>
                <c:pt idx="356">
                  <c:v>5.72</c:v>
                </c:pt>
                <c:pt idx="357">
                  <c:v>5.72</c:v>
                </c:pt>
                <c:pt idx="358">
                  <c:v>5.41</c:v>
                </c:pt>
                <c:pt idx="359">
                  <c:v>5.4</c:v>
                </c:pt>
                <c:pt idx="360">
                  <c:v>5.4</c:v>
                </c:pt>
                <c:pt idx="361">
                  <c:v>5.4</c:v>
                </c:pt>
                <c:pt idx="362">
                  <c:v>5.4</c:v>
                </c:pt>
                <c:pt idx="363">
                  <c:v>5.4</c:v>
                </c:pt>
                <c:pt idx="364">
                  <c:v>5.4</c:v>
                </c:pt>
                <c:pt idx="365">
                  <c:v>5.41</c:v>
                </c:pt>
                <c:pt idx="366">
                  <c:v>5.41</c:v>
                </c:pt>
                <c:pt idx="367">
                  <c:v>5.42</c:v>
                </c:pt>
                <c:pt idx="368">
                  <c:v>5.41</c:v>
                </c:pt>
                <c:pt idx="369">
                  <c:v>5.41</c:v>
                </c:pt>
                <c:pt idx="370">
                  <c:v>5.41</c:v>
                </c:pt>
                <c:pt idx="371">
                  <c:v>5.43</c:v>
                </c:pt>
                <c:pt idx="372">
                  <c:v>5.19</c:v>
                </c:pt>
                <c:pt idx="373">
                  <c:v>5.2</c:v>
                </c:pt>
                <c:pt idx="374">
                  <c:v>5.2</c:v>
                </c:pt>
                <c:pt idx="375">
                  <c:v>5.21</c:v>
                </c:pt>
                <c:pt idx="376">
                  <c:v>5.21</c:v>
                </c:pt>
                <c:pt idx="377">
                  <c:v>5.21</c:v>
                </c:pt>
                <c:pt idx="378">
                  <c:v>5.21</c:v>
                </c:pt>
                <c:pt idx="379">
                  <c:v>5.22</c:v>
                </c:pt>
                <c:pt idx="380">
                  <c:v>5.22</c:v>
                </c:pt>
                <c:pt idx="381">
                  <c:v>4.94</c:v>
                </c:pt>
                <c:pt idx="382">
                  <c:v>5.25</c:v>
                </c:pt>
                <c:pt idx="383">
                  <c:v>5.25</c:v>
                </c:pt>
                <c:pt idx="384">
                  <c:v>5.25</c:v>
                </c:pt>
                <c:pt idx="385">
                  <c:v>5.24</c:v>
                </c:pt>
                <c:pt idx="386">
                  <c:v>5.24</c:v>
                </c:pt>
                <c:pt idx="387">
                  <c:v>5.24</c:v>
                </c:pt>
                <c:pt idx="388">
                  <c:v>5.23</c:v>
                </c:pt>
                <c:pt idx="389">
                  <c:v>5.23</c:v>
                </c:pt>
                <c:pt idx="390">
                  <c:v>5.23</c:v>
                </c:pt>
                <c:pt idx="391">
                  <c:v>5.23</c:v>
                </c:pt>
                <c:pt idx="392">
                  <c:v>5.23</c:v>
                </c:pt>
                <c:pt idx="393">
                  <c:v>5.22</c:v>
                </c:pt>
                <c:pt idx="394">
                  <c:v>5.23</c:v>
                </c:pt>
                <c:pt idx="395">
                  <c:v>5.23</c:v>
                </c:pt>
                <c:pt idx="396">
                  <c:v>5.46</c:v>
                </c:pt>
                <c:pt idx="397">
                  <c:v>5.46</c:v>
                </c:pt>
                <c:pt idx="398">
                  <c:v>5.45</c:v>
                </c:pt>
                <c:pt idx="399">
                  <c:v>5.45</c:v>
                </c:pt>
                <c:pt idx="400">
                  <c:v>5.45</c:v>
                </c:pt>
                <c:pt idx="401">
                  <c:v>5.45</c:v>
                </c:pt>
                <c:pt idx="402">
                  <c:v>5.46</c:v>
                </c:pt>
                <c:pt idx="403">
                  <c:v>5.45</c:v>
                </c:pt>
                <c:pt idx="404">
                  <c:v>5.45</c:v>
                </c:pt>
                <c:pt idx="405">
                  <c:v>5.72</c:v>
                </c:pt>
                <c:pt idx="406">
                  <c:v>5.73</c:v>
                </c:pt>
                <c:pt idx="407">
                  <c:v>5.73</c:v>
                </c:pt>
                <c:pt idx="408">
                  <c:v>5.73</c:v>
                </c:pt>
                <c:pt idx="409">
                  <c:v>5.73</c:v>
                </c:pt>
                <c:pt idx="410">
                  <c:v>5.73</c:v>
                </c:pt>
                <c:pt idx="411">
                  <c:v>5.73</c:v>
                </c:pt>
                <c:pt idx="412">
                  <c:v>5.74</c:v>
                </c:pt>
                <c:pt idx="413">
                  <c:v>5.74</c:v>
                </c:pt>
                <c:pt idx="414">
                  <c:v>5.74</c:v>
                </c:pt>
                <c:pt idx="415">
                  <c:v>5.74</c:v>
                </c:pt>
                <c:pt idx="416">
                  <c:v>5.74</c:v>
                </c:pt>
                <c:pt idx="417">
                  <c:v>5.75</c:v>
                </c:pt>
                <c:pt idx="418">
                  <c:v>5.75</c:v>
                </c:pt>
                <c:pt idx="419">
                  <c:v>5.75</c:v>
                </c:pt>
                <c:pt idx="420">
                  <c:v>5.75</c:v>
                </c:pt>
                <c:pt idx="421">
                  <c:v>5.76</c:v>
                </c:pt>
                <c:pt idx="422">
                  <c:v>5.76</c:v>
                </c:pt>
                <c:pt idx="423">
                  <c:v>5.76</c:v>
                </c:pt>
                <c:pt idx="424">
                  <c:v>5.75</c:v>
                </c:pt>
                <c:pt idx="425">
                  <c:v>5.73</c:v>
                </c:pt>
                <c:pt idx="426">
                  <c:v>5.73</c:v>
                </c:pt>
                <c:pt idx="427">
                  <c:v>5.73</c:v>
                </c:pt>
                <c:pt idx="428">
                  <c:v>5.73</c:v>
                </c:pt>
                <c:pt idx="429">
                  <c:v>5.73</c:v>
                </c:pt>
                <c:pt idx="430">
                  <c:v>5.73</c:v>
                </c:pt>
                <c:pt idx="431">
                  <c:v>5.73</c:v>
                </c:pt>
                <c:pt idx="432">
                  <c:v>5.73</c:v>
                </c:pt>
                <c:pt idx="433">
                  <c:v>5.74</c:v>
                </c:pt>
                <c:pt idx="434">
                  <c:v>5.74</c:v>
                </c:pt>
                <c:pt idx="435">
                  <c:v>5.74</c:v>
                </c:pt>
                <c:pt idx="436">
                  <c:v>5.73</c:v>
                </c:pt>
                <c:pt idx="437">
                  <c:v>5.74</c:v>
                </c:pt>
                <c:pt idx="438">
                  <c:v>5.73</c:v>
                </c:pt>
                <c:pt idx="439">
                  <c:v>5.73</c:v>
                </c:pt>
                <c:pt idx="440">
                  <c:v>5.73</c:v>
                </c:pt>
                <c:pt idx="441">
                  <c:v>5.72</c:v>
                </c:pt>
                <c:pt idx="442">
                  <c:v>5.72</c:v>
                </c:pt>
                <c:pt idx="443">
                  <c:v>5.72</c:v>
                </c:pt>
                <c:pt idx="444">
                  <c:v>5.72</c:v>
                </c:pt>
                <c:pt idx="445">
                  <c:v>5.71</c:v>
                </c:pt>
                <c:pt idx="446">
                  <c:v>5.72</c:v>
                </c:pt>
                <c:pt idx="447">
                  <c:v>5.72</c:v>
                </c:pt>
                <c:pt idx="448">
                  <c:v>5.73</c:v>
                </c:pt>
                <c:pt idx="449">
                  <c:v>5.75</c:v>
                </c:pt>
                <c:pt idx="450">
                  <c:v>5.74</c:v>
                </c:pt>
                <c:pt idx="451">
                  <c:v>5.59</c:v>
                </c:pt>
                <c:pt idx="452">
                  <c:v>5.35</c:v>
                </c:pt>
                <c:pt idx="453">
                  <c:v>5.35</c:v>
                </c:pt>
                <c:pt idx="454">
                  <c:v>5.36</c:v>
                </c:pt>
                <c:pt idx="455">
                  <c:v>5.36</c:v>
                </c:pt>
                <c:pt idx="456">
                  <c:v>5.36</c:v>
                </c:pt>
                <c:pt idx="457">
                  <c:v>5.35</c:v>
                </c:pt>
                <c:pt idx="458">
                  <c:v>5.36</c:v>
                </c:pt>
                <c:pt idx="459">
                  <c:v>5.36</c:v>
                </c:pt>
                <c:pt idx="460">
                  <c:v>5.36</c:v>
                </c:pt>
                <c:pt idx="461">
                  <c:v>5.36</c:v>
                </c:pt>
                <c:pt idx="462">
                  <c:v>5.35</c:v>
                </c:pt>
                <c:pt idx="463">
                  <c:v>5.36</c:v>
                </c:pt>
                <c:pt idx="464">
                  <c:v>5.36</c:v>
                </c:pt>
                <c:pt idx="465">
                  <c:v>5.36</c:v>
                </c:pt>
                <c:pt idx="466">
                  <c:v>5.37</c:v>
                </c:pt>
                <c:pt idx="467">
                  <c:v>5.37</c:v>
                </c:pt>
                <c:pt idx="468">
                  <c:v>5.37</c:v>
                </c:pt>
                <c:pt idx="469">
                  <c:v>5.38</c:v>
                </c:pt>
                <c:pt idx="470">
                  <c:v>5.38</c:v>
                </c:pt>
                <c:pt idx="471">
                  <c:v>5.26</c:v>
                </c:pt>
                <c:pt idx="472">
                  <c:v>5.26</c:v>
                </c:pt>
                <c:pt idx="473">
                  <c:v>5.25</c:v>
                </c:pt>
                <c:pt idx="474">
                  <c:v>5.26</c:v>
                </c:pt>
                <c:pt idx="475">
                  <c:v>5.4</c:v>
                </c:pt>
                <c:pt idx="476">
                  <c:v>5.64</c:v>
                </c:pt>
                <c:pt idx="477">
                  <c:v>5.64</c:v>
                </c:pt>
                <c:pt idx="478">
                  <c:v>5.65</c:v>
                </c:pt>
                <c:pt idx="479">
                  <c:v>5.64</c:v>
                </c:pt>
                <c:pt idx="480">
                  <c:v>5.57</c:v>
                </c:pt>
                <c:pt idx="481">
                  <c:v>5.56</c:v>
                </c:pt>
                <c:pt idx="482">
                  <c:v>5.56</c:v>
                </c:pt>
                <c:pt idx="483">
                  <c:v>5.56</c:v>
                </c:pt>
                <c:pt idx="484">
                  <c:v>5.56</c:v>
                </c:pt>
                <c:pt idx="485">
                  <c:v>5.56</c:v>
                </c:pt>
                <c:pt idx="486">
                  <c:v>5.55</c:v>
                </c:pt>
                <c:pt idx="487">
                  <c:v>5.55</c:v>
                </c:pt>
                <c:pt idx="488">
                  <c:v>5.26</c:v>
                </c:pt>
                <c:pt idx="489">
                  <c:v>5.26</c:v>
                </c:pt>
                <c:pt idx="490">
                  <c:v>5.25</c:v>
                </c:pt>
                <c:pt idx="491">
                  <c:v>5.25</c:v>
                </c:pt>
                <c:pt idx="492">
                  <c:v>5.25</c:v>
                </c:pt>
                <c:pt idx="493">
                  <c:v>5.25</c:v>
                </c:pt>
                <c:pt idx="494">
                  <c:v>5.25</c:v>
                </c:pt>
                <c:pt idx="495">
                  <c:v>5.36</c:v>
                </c:pt>
                <c:pt idx="496">
                  <c:v>5.36</c:v>
                </c:pt>
                <c:pt idx="497">
                  <c:v>5.37</c:v>
                </c:pt>
                <c:pt idx="498">
                  <c:v>5.37</c:v>
                </c:pt>
                <c:pt idx="499">
                  <c:v>5.38</c:v>
                </c:pt>
                <c:pt idx="500">
                  <c:v>5.38</c:v>
                </c:pt>
                <c:pt idx="501">
                  <c:v>5.37</c:v>
                </c:pt>
                <c:pt idx="502">
                  <c:v>5.37</c:v>
                </c:pt>
                <c:pt idx="503">
                  <c:v>5.37</c:v>
                </c:pt>
                <c:pt idx="504">
                  <c:v>5.45</c:v>
                </c:pt>
                <c:pt idx="505">
                  <c:v>5.45</c:v>
                </c:pt>
                <c:pt idx="506">
                  <c:v>5.44</c:v>
                </c:pt>
                <c:pt idx="507">
                  <c:v>5.45</c:v>
                </c:pt>
                <c:pt idx="508">
                  <c:v>5.45</c:v>
                </c:pt>
                <c:pt idx="509">
                  <c:v>5.45</c:v>
                </c:pt>
                <c:pt idx="510">
                  <c:v>5.42</c:v>
                </c:pt>
                <c:pt idx="511">
                  <c:v>5.43</c:v>
                </c:pt>
                <c:pt idx="512">
                  <c:v>5.72</c:v>
                </c:pt>
                <c:pt idx="513">
                  <c:v>5.71</c:v>
                </c:pt>
                <c:pt idx="514">
                  <c:v>5.72</c:v>
                </c:pt>
                <c:pt idx="515">
                  <c:v>5.72</c:v>
                </c:pt>
                <c:pt idx="516">
                  <c:v>5.72</c:v>
                </c:pt>
                <c:pt idx="517">
                  <c:v>5.72</c:v>
                </c:pt>
                <c:pt idx="518">
                  <c:v>5.71</c:v>
                </c:pt>
                <c:pt idx="519">
                  <c:v>5.71</c:v>
                </c:pt>
                <c:pt idx="520">
                  <c:v>5.72</c:v>
                </c:pt>
                <c:pt idx="521">
                  <c:v>5.72</c:v>
                </c:pt>
                <c:pt idx="522">
                  <c:v>5.72</c:v>
                </c:pt>
                <c:pt idx="523">
                  <c:v>5.72</c:v>
                </c:pt>
                <c:pt idx="524">
                  <c:v>5.72</c:v>
                </c:pt>
                <c:pt idx="525">
                  <c:v>5.69</c:v>
                </c:pt>
                <c:pt idx="526">
                  <c:v>5.38</c:v>
                </c:pt>
                <c:pt idx="527">
                  <c:v>5.37</c:v>
                </c:pt>
                <c:pt idx="528">
                  <c:v>5.38</c:v>
                </c:pt>
                <c:pt idx="529">
                  <c:v>5.38</c:v>
                </c:pt>
                <c:pt idx="530">
                  <c:v>5.39</c:v>
                </c:pt>
                <c:pt idx="531">
                  <c:v>5.38</c:v>
                </c:pt>
                <c:pt idx="532">
                  <c:v>5.12</c:v>
                </c:pt>
                <c:pt idx="533">
                  <c:v>5.12</c:v>
                </c:pt>
                <c:pt idx="534">
                  <c:v>5.15</c:v>
                </c:pt>
                <c:pt idx="535">
                  <c:v>5.15</c:v>
                </c:pt>
                <c:pt idx="536">
                  <c:v>5.16</c:v>
                </c:pt>
                <c:pt idx="537">
                  <c:v>5.15</c:v>
                </c:pt>
                <c:pt idx="538">
                  <c:v>5.15</c:v>
                </c:pt>
                <c:pt idx="539">
                  <c:v>5.15</c:v>
                </c:pt>
                <c:pt idx="540">
                  <c:v>5.15</c:v>
                </c:pt>
                <c:pt idx="541">
                  <c:v>5.15</c:v>
                </c:pt>
                <c:pt idx="542">
                  <c:v>5.08</c:v>
                </c:pt>
                <c:pt idx="543">
                  <c:v>5.08</c:v>
                </c:pt>
                <c:pt idx="544">
                  <c:v>5.08</c:v>
                </c:pt>
                <c:pt idx="545">
                  <c:v>5.08</c:v>
                </c:pt>
                <c:pt idx="546">
                  <c:v>5.08</c:v>
                </c:pt>
                <c:pt idx="547">
                  <c:v>5.09</c:v>
                </c:pt>
                <c:pt idx="548">
                  <c:v>5.09</c:v>
                </c:pt>
                <c:pt idx="549">
                  <c:v>5.12</c:v>
                </c:pt>
                <c:pt idx="550">
                  <c:v>5.43</c:v>
                </c:pt>
                <c:pt idx="551">
                  <c:v>5.43</c:v>
                </c:pt>
                <c:pt idx="552">
                  <c:v>5.43</c:v>
                </c:pt>
                <c:pt idx="553">
                  <c:v>5.43</c:v>
                </c:pt>
                <c:pt idx="554">
                  <c:v>5.43</c:v>
                </c:pt>
                <c:pt idx="555">
                  <c:v>5.43</c:v>
                </c:pt>
                <c:pt idx="556">
                  <c:v>5.69</c:v>
                </c:pt>
                <c:pt idx="557">
                  <c:v>5.69</c:v>
                </c:pt>
                <c:pt idx="558">
                  <c:v>5.69</c:v>
                </c:pt>
                <c:pt idx="559">
                  <c:v>5.67</c:v>
                </c:pt>
                <c:pt idx="560">
                  <c:v>5.67</c:v>
                </c:pt>
                <c:pt idx="561">
                  <c:v>5.67</c:v>
                </c:pt>
                <c:pt idx="562">
                  <c:v>5.67</c:v>
                </c:pt>
                <c:pt idx="563">
                  <c:v>5.67</c:v>
                </c:pt>
                <c:pt idx="564">
                  <c:v>5.67</c:v>
                </c:pt>
                <c:pt idx="565">
                  <c:v>5.67</c:v>
                </c:pt>
                <c:pt idx="566">
                  <c:v>5.74</c:v>
                </c:pt>
                <c:pt idx="567">
                  <c:v>5.74</c:v>
                </c:pt>
                <c:pt idx="568">
                  <c:v>5.73</c:v>
                </c:pt>
                <c:pt idx="569">
                  <c:v>5.73</c:v>
                </c:pt>
                <c:pt idx="570">
                  <c:v>5.72</c:v>
                </c:pt>
                <c:pt idx="571">
                  <c:v>5.72</c:v>
                </c:pt>
                <c:pt idx="572">
                  <c:v>5.72</c:v>
                </c:pt>
                <c:pt idx="573">
                  <c:v>5.72</c:v>
                </c:pt>
                <c:pt idx="574">
                  <c:v>5.73</c:v>
                </c:pt>
                <c:pt idx="575">
                  <c:v>5.72</c:v>
                </c:pt>
                <c:pt idx="576">
                  <c:v>5.72</c:v>
                </c:pt>
                <c:pt idx="577">
                  <c:v>5.69</c:v>
                </c:pt>
                <c:pt idx="578">
                  <c:v>5.69</c:v>
                </c:pt>
                <c:pt idx="579">
                  <c:v>5.69</c:v>
                </c:pt>
                <c:pt idx="580">
                  <c:v>5.68</c:v>
                </c:pt>
                <c:pt idx="581">
                  <c:v>5.69</c:v>
                </c:pt>
                <c:pt idx="582">
                  <c:v>5.69</c:v>
                </c:pt>
                <c:pt idx="583">
                  <c:v>5.71</c:v>
                </c:pt>
                <c:pt idx="584">
                  <c:v>5.71</c:v>
                </c:pt>
                <c:pt idx="585">
                  <c:v>5.3</c:v>
                </c:pt>
                <c:pt idx="586">
                  <c:v>5.3</c:v>
                </c:pt>
                <c:pt idx="587">
                  <c:v>5.31</c:v>
                </c:pt>
                <c:pt idx="588">
                  <c:v>5.31</c:v>
                </c:pt>
                <c:pt idx="589">
                  <c:v>4.89</c:v>
                </c:pt>
                <c:pt idx="590">
                  <c:v>4.9</c:v>
                </c:pt>
                <c:pt idx="591">
                  <c:v>4.9</c:v>
                </c:pt>
                <c:pt idx="592">
                  <c:v>4.9</c:v>
                </c:pt>
                <c:pt idx="593">
                  <c:v>4.9</c:v>
                </c:pt>
                <c:pt idx="594">
                  <c:v>4.91</c:v>
                </c:pt>
                <c:pt idx="595">
                  <c:v>4.91</c:v>
                </c:pt>
                <c:pt idx="596">
                  <c:v>4.91</c:v>
                </c:pt>
                <c:pt idx="597">
                  <c:v>4.91</c:v>
                </c:pt>
                <c:pt idx="598">
                  <c:v>4.91</c:v>
                </c:pt>
                <c:pt idx="599">
                  <c:v>4.91</c:v>
                </c:pt>
                <c:pt idx="600">
                  <c:v>4.91</c:v>
                </c:pt>
                <c:pt idx="601">
                  <c:v>4.94</c:v>
                </c:pt>
                <c:pt idx="602">
                  <c:v>4.94</c:v>
                </c:pt>
                <c:pt idx="603">
                  <c:v>4.63</c:v>
                </c:pt>
                <c:pt idx="604">
                  <c:v>4.56</c:v>
                </c:pt>
                <c:pt idx="605">
                  <c:v>4.55</c:v>
                </c:pt>
                <c:pt idx="606">
                  <c:v>4.55</c:v>
                </c:pt>
                <c:pt idx="607">
                  <c:v>4.55</c:v>
                </c:pt>
                <c:pt idx="608">
                  <c:v>4.55</c:v>
                </c:pt>
                <c:pt idx="609">
                  <c:v>4.95</c:v>
                </c:pt>
                <c:pt idx="610">
                  <c:v>4.95</c:v>
                </c:pt>
                <c:pt idx="611">
                  <c:v>4.95</c:v>
                </c:pt>
                <c:pt idx="612">
                  <c:v>4.95</c:v>
                </c:pt>
                <c:pt idx="613">
                  <c:v>5.37</c:v>
                </c:pt>
                <c:pt idx="614">
                  <c:v>5.37</c:v>
                </c:pt>
                <c:pt idx="615">
                  <c:v>5.37</c:v>
                </c:pt>
                <c:pt idx="616">
                  <c:v>5.37</c:v>
                </c:pt>
                <c:pt idx="617">
                  <c:v>5.36</c:v>
                </c:pt>
                <c:pt idx="618">
                  <c:v>5.37</c:v>
                </c:pt>
                <c:pt idx="619">
                  <c:v>5.34</c:v>
                </c:pt>
                <c:pt idx="620">
                  <c:v>5.34</c:v>
                </c:pt>
                <c:pt idx="621">
                  <c:v>5.34</c:v>
                </c:pt>
                <c:pt idx="622">
                  <c:v>5.34</c:v>
                </c:pt>
                <c:pt idx="623">
                  <c:v>5.34</c:v>
                </c:pt>
                <c:pt idx="624">
                  <c:v>5.33</c:v>
                </c:pt>
                <c:pt idx="625">
                  <c:v>5.34</c:v>
                </c:pt>
                <c:pt idx="626">
                  <c:v>5.33</c:v>
                </c:pt>
                <c:pt idx="627">
                  <c:v>5.64</c:v>
                </c:pt>
                <c:pt idx="628">
                  <c:v>5.71</c:v>
                </c:pt>
                <c:pt idx="629">
                  <c:v>5.72</c:v>
                </c:pt>
                <c:pt idx="630">
                  <c:v>5.73</c:v>
                </c:pt>
                <c:pt idx="631">
                  <c:v>5.73</c:v>
                </c:pt>
                <c:pt idx="632">
                  <c:v>5.69</c:v>
                </c:pt>
                <c:pt idx="633">
                  <c:v>5.69</c:v>
                </c:pt>
                <c:pt idx="634">
                  <c:v>5.69</c:v>
                </c:pt>
                <c:pt idx="635">
                  <c:v>5.7</c:v>
                </c:pt>
                <c:pt idx="636">
                  <c:v>5.69</c:v>
                </c:pt>
                <c:pt idx="637">
                  <c:v>5.62</c:v>
                </c:pt>
                <c:pt idx="638">
                  <c:v>5.62</c:v>
                </c:pt>
                <c:pt idx="639">
                  <c:v>5.63</c:v>
                </c:pt>
                <c:pt idx="640">
                  <c:v>5.63</c:v>
                </c:pt>
                <c:pt idx="641">
                  <c:v>5.62</c:v>
                </c:pt>
                <c:pt idx="642">
                  <c:v>5.62</c:v>
                </c:pt>
                <c:pt idx="643">
                  <c:v>5.64</c:v>
                </c:pt>
                <c:pt idx="644">
                  <c:v>5.65</c:v>
                </c:pt>
                <c:pt idx="645">
                  <c:v>5.65</c:v>
                </c:pt>
                <c:pt idx="646">
                  <c:v>5.64</c:v>
                </c:pt>
                <c:pt idx="647">
                  <c:v>5.64</c:v>
                </c:pt>
                <c:pt idx="648">
                  <c:v>5.65</c:v>
                </c:pt>
                <c:pt idx="649">
                  <c:v>5.64</c:v>
                </c:pt>
                <c:pt idx="650">
                  <c:v>5.65</c:v>
                </c:pt>
                <c:pt idx="651">
                  <c:v>5.65</c:v>
                </c:pt>
                <c:pt idx="652">
                  <c:v>5.65</c:v>
                </c:pt>
                <c:pt idx="653">
                  <c:v>5.65</c:v>
                </c:pt>
                <c:pt idx="654">
                  <c:v>5.65</c:v>
                </c:pt>
                <c:pt idx="655">
                  <c:v>5.62</c:v>
                </c:pt>
                <c:pt idx="656">
                  <c:v>5.65</c:v>
                </c:pt>
                <c:pt idx="657">
                  <c:v>5.65</c:v>
                </c:pt>
                <c:pt idx="658">
                  <c:v>5.66</c:v>
                </c:pt>
                <c:pt idx="659">
                  <c:v>5.66</c:v>
                </c:pt>
                <c:pt idx="660">
                  <c:v>5.66</c:v>
                </c:pt>
                <c:pt idx="661">
                  <c:v>5.73</c:v>
                </c:pt>
                <c:pt idx="662">
                  <c:v>5.73</c:v>
                </c:pt>
                <c:pt idx="663">
                  <c:v>5.73</c:v>
                </c:pt>
                <c:pt idx="664">
                  <c:v>5.73</c:v>
                </c:pt>
                <c:pt idx="665">
                  <c:v>5.64</c:v>
                </c:pt>
                <c:pt idx="666">
                  <c:v>5.64</c:v>
                </c:pt>
                <c:pt idx="667">
                  <c:v>5.64</c:v>
                </c:pt>
                <c:pt idx="668">
                  <c:v>5.64</c:v>
                </c:pt>
                <c:pt idx="669">
                  <c:v>5.64</c:v>
                </c:pt>
                <c:pt idx="670">
                  <c:v>5.64</c:v>
                </c:pt>
                <c:pt idx="671">
                  <c:v>5.64</c:v>
                </c:pt>
                <c:pt idx="672">
                  <c:v>5.64</c:v>
                </c:pt>
                <c:pt idx="673">
                  <c:v>5.65</c:v>
                </c:pt>
                <c:pt idx="674">
                  <c:v>5.65</c:v>
                </c:pt>
                <c:pt idx="675">
                  <c:v>5.64</c:v>
                </c:pt>
                <c:pt idx="676">
                  <c:v>5.64</c:v>
                </c:pt>
                <c:pt idx="677">
                  <c:v>5.64</c:v>
                </c:pt>
                <c:pt idx="678">
                  <c:v>5.63</c:v>
                </c:pt>
                <c:pt idx="679">
                  <c:v>5.67</c:v>
                </c:pt>
                <c:pt idx="680">
                  <c:v>5.68</c:v>
                </c:pt>
                <c:pt idx="681">
                  <c:v>5.68</c:v>
                </c:pt>
                <c:pt idx="682">
                  <c:v>5.67</c:v>
                </c:pt>
                <c:pt idx="683">
                  <c:v>5.67</c:v>
                </c:pt>
                <c:pt idx="684">
                  <c:v>5.66</c:v>
                </c:pt>
                <c:pt idx="685">
                  <c:v>5.66</c:v>
                </c:pt>
                <c:pt idx="686">
                  <c:v>5.66</c:v>
                </c:pt>
                <c:pt idx="687">
                  <c:v>5.66</c:v>
                </c:pt>
                <c:pt idx="688">
                  <c:v>5.66</c:v>
                </c:pt>
                <c:pt idx="689">
                  <c:v>5.75</c:v>
                </c:pt>
                <c:pt idx="690">
                  <c:v>5.75</c:v>
                </c:pt>
                <c:pt idx="691">
                  <c:v>5.75</c:v>
                </c:pt>
                <c:pt idx="692">
                  <c:v>5.65</c:v>
                </c:pt>
                <c:pt idx="693">
                  <c:v>5.65</c:v>
                </c:pt>
                <c:pt idx="694">
                  <c:v>5.38</c:v>
                </c:pt>
                <c:pt idx="695">
                  <c:v>5.39</c:v>
                </c:pt>
                <c:pt idx="696">
                  <c:v>5.38</c:v>
                </c:pt>
                <c:pt idx="697">
                  <c:v>5.38</c:v>
                </c:pt>
                <c:pt idx="698">
                  <c:v>5.38</c:v>
                </c:pt>
                <c:pt idx="699">
                  <c:v>5.38</c:v>
                </c:pt>
                <c:pt idx="700">
                  <c:v>5.39</c:v>
                </c:pt>
                <c:pt idx="701">
                  <c:v>5.39</c:v>
                </c:pt>
                <c:pt idx="702">
                  <c:v>5.39</c:v>
                </c:pt>
                <c:pt idx="703">
                  <c:v>5.38</c:v>
                </c:pt>
                <c:pt idx="704">
                  <c:v>5.38</c:v>
                </c:pt>
                <c:pt idx="705">
                  <c:v>5.38</c:v>
                </c:pt>
                <c:pt idx="706">
                  <c:v>5.39</c:v>
                </c:pt>
                <c:pt idx="707">
                  <c:v>5.39</c:v>
                </c:pt>
                <c:pt idx="708">
                  <c:v>5.39</c:v>
                </c:pt>
                <c:pt idx="709">
                  <c:v>5.39</c:v>
                </c:pt>
                <c:pt idx="710">
                  <c:v>5.39</c:v>
                </c:pt>
                <c:pt idx="711">
                  <c:v>5.39</c:v>
                </c:pt>
                <c:pt idx="712">
                  <c:v>5.39</c:v>
                </c:pt>
                <c:pt idx="713">
                  <c:v>5.39</c:v>
                </c:pt>
                <c:pt idx="714">
                  <c:v>5.39</c:v>
                </c:pt>
                <c:pt idx="715">
                  <c:v>5.4</c:v>
                </c:pt>
                <c:pt idx="716">
                  <c:v>5.49</c:v>
                </c:pt>
                <c:pt idx="717">
                  <c:v>5.5</c:v>
                </c:pt>
                <c:pt idx="718">
                  <c:v>5.77</c:v>
                </c:pt>
                <c:pt idx="719">
                  <c:v>5.76</c:v>
                </c:pt>
                <c:pt idx="720">
                  <c:v>5.77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-5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 per week</c:v>
                </c:pt>
              </c:strCache>
            </c:strRef>
          </c:tx>
          <c:spPr>
            <a:solidFill>
              <a:srgbClr val="0A5DB4"/>
            </a:solidFill>
            <a:ln w="25400" cap="flat">
              <a:solidFill>
                <a:srgbClr val="0A5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0A5DB4"/>
              </a:solidFill>
              <a:ln w="9525" cap="flat">
                <a:solidFill>
                  <a:srgbClr val="0A5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Sheet1!$A$2:$A$53</c:f>
              <c:multiLvlStrCache>
                <c:ptCount val="52"/>
                <c:lvl>
                  <c:pt idx="0">
                    <c:v>Jan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Feb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Mar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>Apr</c:v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>May</c:v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>Jun</c:v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>Jul</c:v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Aug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>Sep</c:v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Oct</c:v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>Nov</c:v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>Dec</c:v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</c:lvl>
              </c:multiLvlStrCache>
            </c:multiLvlStrRef>
          </c:cat>
          <c:val>
            <c:numRef>
              <c:f>Sheet1!$B$2:$B$53</c:f>
              <c:numCache>
                <c:formatCode>General</c:formatCode>
                <c:ptCount val="52"/>
                <c:pt idx="0">
                  <c:v>28</c:v>
                </c:pt>
                <c:pt idx="1">
                  <c:v>40</c:v>
                </c:pt>
                <c:pt idx="2">
                  <c:v>30</c:v>
                </c:pt>
                <c:pt idx="3">
                  <c:v>39</c:v>
                </c:pt>
                <c:pt idx="4">
                  <c:v>30</c:v>
                </c:pt>
                <c:pt idx="5">
                  <c:v>32</c:v>
                </c:pt>
                <c:pt idx="6">
                  <c:v>36</c:v>
                </c:pt>
                <c:pt idx="7">
                  <c:v>32</c:v>
                </c:pt>
                <c:pt idx="8">
                  <c:v>32</c:v>
                </c:pt>
                <c:pt idx="9">
                  <c:v>35</c:v>
                </c:pt>
                <c:pt idx="10">
                  <c:v>39</c:v>
                </c:pt>
                <c:pt idx="11">
                  <c:v>39</c:v>
                </c:pt>
                <c:pt idx="12">
                  <c:v>31</c:v>
                </c:pt>
                <c:pt idx="13">
                  <c:v>30</c:v>
                </c:pt>
                <c:pt idx="14">
                  <c:v>40</c:v>
                </c:pt>
                <c:pt idx="15">
                  <c:v>37</c:v>
                </c:pt>
                <c:pt idx="16">
                  <c:v>28</c:v>
                </c:pt>
                <c:pt idx="17">
                  <c:v>28</c:v>
                </c:pt>
                <c:pt idx="18">
                  <c:v>31</c:v>
                </c:pt>
                <c:pt idx="19">
                  <c:v>28</c:v>
                </c:pt>
                <c:pt idx="20">
                  <c:v>33</c:v>
                </c:pt>
                <c:pt idx="21">
                  <c:v>39</c:v>
                </c:pt>
                <c:pt idx="22">
                  <c:v>35</c:v>
                </c:pt>
                <c:pt idx="23">
                  <c:v>39</c:v>
                </c:pt>
                <c:pt idx="24">
                  <c:v>39</c:v>
                </c:pt>
                <c:pt idx="25">
                  <c:v>44</c:v>
                </c:pt>
                <c:pt idx="26">
                  <c:v>45</c:v>
                </c:pt>
                <c:pt idx="27">
                  <c:v>41</c:v>
                </c:pt>
                <c:pt idx="28">
                  <c:v>36</c:v>
                </c:pt>
                <c:pt idx="29">
                  <c:v>35</c:v>
                </c:pt>
                <c:pt idx="30">
                  <c:v>44</c:v>
                </c:pt>
                <c:pt idx="31">
                  <c:v>40</c:v>
                </c:pt>
                <c:pt idx="32">
                  <c:v>47</c:v>
                </c:pt>
                <c:pt idx="33">
                  <c:v>42</c:v>
                </c:pt>
                <c:pt idx="34">
                  <c:v>44</c:v>
                </c:pt>
                <c:pt idx="35">
                  <c:v>37</c:v>
                </c:pt>
                <c:pt idx="36">
                  <c:v>43</c:v>
                </c:pt>
                <c:pt idx="37">
                  <c:v>39</c:v>
                </c:pt>
                <c:pt idx="38">
                  <c:v>43</c:v>
                </c:pt>
                <c:pt idx="39">
                  <c:v>34</c:v>
                </c:pt>
                <c:pt idx="40">
                  <c:v>43</c:v>
                </c:pt>
                <c:pt idx="41">
                  <c:v>34</c:v>
                </c:pt>
                <c:pt idx="42">
                  <c:v>36</c:v>
                </c:pt>
                <c:pt idx="43">
                  <c:v>40</c:v>
                </c:pt>
                <c:pt idx="44">
                  <c:v>40</c:v>
                </c:pt>
                <c:pt idx="45">
                  <c:v>32</c:v>
                </c:pt>
                <c:pt idx="46">
                  <c:v>33</c:v>
                </c:pt>
                <c:pt idx="47">
                  <c:v>39</c:v>
                </c:pt>
                <c:pt idx="48">
                  <c:v>33</c:v>
                </c:pt>
                <c:pt idx="49">
                  <c:v>31</c:v>
                </c:pt>
                <c:pt idx="50">
                  <c:v>37</c:v>
                </c:pt>
                <c:pt idx="51">
                  <c:v>32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mean (36.4)</c:v>
                </c:pt>
              </c:strCache>
            </c:strRef>
          </c:tx>
          <c:spPr>
            <a:solidFill>
              <a:srgbClr val="C77700"/>
            </a:solidFill>
            <a:ln w="25400" cap="flat">
              <a:solidFill>
                <a:srgbClr val="C777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77700"/>
              </a:solidFill>
              <a:ln w="9525" cap="flat">
                <a:solidFill>
                  <a:srgbClr val="C777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Sheet1!$A$2:$A$53</c:f>
              <c:multiLvlStrCache>
                <c:ptCount val="52"/>
                <c:lvl>
                  <c:pt idx="0">
                    <c:v>Jan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>Feb</c:v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>Mar</c:v>
                  </c:pt>
                  <c:pt idx="9">
                    <c:v/>
                  </c:pt>
                  <c:pt idx="10">
                    <c:v/>
                  </c:pt>
                  <c:pt idx="11">
                    <c:v/>
                  </c:pt>
                  <c:pt idx="12">
                    <c:v/>
                  </c:pt>
                  <c:pt idx="13">
                    <c:v>Apr</c:v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>May</c:v>
                  </c:pt>
                  <c:pt idx="18">
                    <c:v/>
                  </c:pt>
                  <c:pt idx="19">
                    <c:v/>
                  </c:pt>
                  <c:pt idx="20">
                    <c:v/>
                  </c:pt>
                  <c:pt idx="21">
                    <c:v>Jun</c:v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>Jul</c:v>
                  </c:pt>
                  <c:pt idx="27">
                    <c:v/>
                  </c:pt>
                  <c:pt idx="28">
                    <c:v/>
                  </c:pt>
                  <c:pt idx="29">
                    <c:v/>
                  </c:pt>
                  <c:pt idx="30">
                    <c:v>Aug</c:v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>Sep</c:v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/>
                  </c:pt>
                  <c:pt idx="39">
                    <c:v>Oct</c:v>
                  </c:pt>
                  <c:pt idx="40">
                    <c:v/>
                  </c:pt>
                  <c:pt idx="41">
                    <c:v/>
                  </c:pt>
                  <c:pt idx="42">
                    <c:v/>
                  </c:pt>
                  <c:pt idx="43">
                    <c:v>Nov</c:v>
                  </c:pt>
                  <c:pt idx="44">
                    <c:v/>
                  </c:pt>
                  <c:pt idx="45">
                    <c:v/>
                  </c:pt>
                  <c:pt idx="46">
                    <c:v/>
                  </c:pt>
                  <c:pt idx="47">
                    <c:v>Dec</c:v>
                  </c:pt>
                  <c:pt idx="48">
                    <c:v/>
                  </c:pt>
                  <c:pt idx="49">
                    <c:v/>
                  </c:pt>
                  <c:pt idx="50">
                    <c:v/>
                  </c:pt>
                  <c:pt idx="51">
                    <c:v/>
                  </c:pt>
                </c:lvl>
              </c:multiLvlStrCache>
            </c:multiLvlStrRef>
          </c:cat>
          <c:val>
            <c:numRef>
              <c:f>Sheet1!$C$2:$C$53</c:f>
              <c:numCache>
                <c:formatCode>General</c:formatCode>
                <c:ptCount val="52"/>
                <c:pt idx="0">
                  <c:v>36.4</c:v>
                </c:pt>
                <c:pt idx="1">
                  <c:v>36.4</c:v>
                </c:pt>
                <c:pt idx="2">
                  <c:v>36.4</c:v>
                </c:pt>
                <c:pt idx="3">
                  <c:v>36.4</c:v>
                </c:pt>
                <c:pt idx="4">
                  <c:v>36.4</c:v>
                </c:pt>
                <c:pt idx="5">
                  <c:v>36.4</c:v>
                </c:pt>
                <c:pt idx="6">
                  <c:v>36.4</c:v>
                </c:pt>
                <c:pt idx="7">
                  <c:v>36.4</c:v>
                </c:pt>
                <c:pt idx="8">
                  <c:v>36.4</c:v>
                </c:pt>
                <c:pt idx="9">
                  <c:v>36.4</c:v>
                </c:pt>
                <c:pt idx="10">
                  <c:v>36.4</c:v>
                </c:pt>
                <c:pt idx="11">
                  <c:v>36.4</c:v>
                </c:pt>
                <c:pt idx="12">
                  <c:v>36.4</c:v>
                </c:pt>
                <c:pt idx="13">
                  <c:v>36.4</c:v>
                </c:pt>
                <c:pt idx="14">
                  <c:v>36.4</c:v>
                </c:pt>
                <c:pt idx="15">
                  <c:v>36.4</c:v>
                </c:pt>
                <c:pt idx="16">
                  <c:v>36.4</c:v>
                </c:pt>
                <c:pt idx="17">
                  <c:v>36.4</c:v>
                </c:pt>
                <c:pt idx="18">
                  <c:v>36.4</c:v>
                </c:pt>
                <c:pt idx="19">
                  <c:v>36.4</c:v>
                </c:pt>
                <c:pt idx="20">
                  <c:v>36.4</c:v>
                </c:pt>
                <c:pt idx="21">
                  <c:v>36.4</c:v>
                </c:pt>
                <c:pt idx="22">
                  <c:v>36.4</c:v>
                </c:pt>
                <c:pt idx="23">
                  <c:v>36.4</c:v>
                </c:pt>
                <c:pt idx="24">
                  <c:v>36.4</c:v>
                </c:pt>
                <c:pt idx="25">
                  <c:v>36.4</c:v>
                </c:pt>
                <c:pt idx="26">
                  <c:v>36.4</c:v>
                </c:pt>
                <c:pt idx="27">
                  <c:v>36.4</c:v>
                </c:pt>
                <c:pt idx="28">
                  <c:v>36.4</c:v>
                </c:pt>
                <c:pt idx="29">
                  <c:v>36.4</c:v>
                </c:pt>
                <c:pt idx="30">
                  <c:v>36.4</c:v>
                </c:pt>
                <c:pt idx="31">
                  <c:v>36.4</c:v>
                </c:pt>
                <c:pt idx="32">
                  <c:v>36.4</c:v>
                </c:pt>
                <c:pt idx="33">
                  <c:v>36.4</c:v>
                </c:pt>
                <c:pt idx="34">
                  <c:v>36.4</c:v>
                </c:pt>
                <c:pt idx="35">
                  <c:v>36.4</c:v>
                </c:pt>
                <c:pt idx="36">
                  <c:v>36.4</c:v>
                </c:pt>
                <c:pt idx="37">
                  <c:v>36.4</c:v>
                </c:pt>
                <c:pt idx="38">
                  <c:v>36.4</c:v>
                </c:pt>
                <c:pt idx="39">
                  <c:v>36.4</c:v>
                </c:pt>
                <c:pt idx="40">
                  <c:v>36.4</c:v>
                </c:pt>
                <c:pt idx="41">
                  <c:v>36.4</c:v>
                </c:pt>
                <c:pt idx="42">
                  <c:v>36.4</c:v>
                </c:pt>
                <c:pt idx="43">
                  <c:v>36.4</c:v>
                </c:pt>
                <c:pt idx="44">
                  <c:v>36.4</c:v>
                </c:pt>
                <c:pt idx="45">
                  <c:v>36.4</c:v>
                </c:pt>
                <c:pt idx="46">
                  <c:v>36.4</c:v>
                </c:pt>
                <c:pt idx="47">
                  <c:v>36.4</c:v>
                </c:pt>
                <c:pt idx="48">
                  <c:v>36.4</c:v>
                </c:pt>
                <c:pt idx="49">
                  <c:v>36.4</c:v>
                </c:pt>
                <c:pt idx="50">
                  <c:v>36.4</c:v>
                </c:pt>
                <c:pt idx="51">
                  <c:v>36.4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"/>
          <c:min val="20"/>
        </c:scaling>
        <c:delete val="0"/>
        <c:axPos val="l"/>
        <c:majorGridlines>
          <c:spPr>
            <a:ln w="9525" cap="flat">
              <a:solidFill>
                <a:srgbClr val="E3E9F0"/>
              </a:solidFill>
              <a:prstDash val="solid"/>
              <a:round/>
            </a:ln>
          </c:spPr>
        </c:majorGridlines>
        <c:numFmt formatCode="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we calm down the NOC ticket series without lying about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third move matters most.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weekly rhythm makes the daily chart zig-zag.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Illustration: one day is noisy, a 7-day average is calm.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 16: the first 6 NaN are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7-day line shows the rainy-season rise.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 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break.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 15. A centred window has no value on the last days of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 14: trailing 30-day peak 2024-08-27, centred 2024-08-13.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 17.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Quiz question 18: 12 hours below 0 dB in the raw data, 0 in the 24-hour average.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 counts of 0, 1 or 2 a day, one extra ticket is a big jump.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last weekly bucket has only 2 days (9 tickets).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Mean 36.4, typical swing 5.1. Only 1 week of 52 is outside mean ± 2 swings.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Tease Week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6"/>
                </a:solidFill>
              </a:rPr>
              <a:t>Publica Academy · Time-Series Programme · W1D3</a:t>
            </a:r>
            <a:endParaRPr lang="en-US" sz="1100" dirty="0"/>
          </a:p>
        </p:txBody>
      </p:sp>
      <p:pic>
        <p:nvPicPr>
          <p:cNvPr id="5" name="Image 1" descr="/Users/jason/Desktop/nigcomsat-ai-developer/Jasons-Restructure/assets/brand/nigcomsat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94415" y="6236208"/>
            <a:ext cx="548640" cy="457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C9D6E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SECTION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ctr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2200" dirty="0">
                <a:solidFill>
                  <a:srgbClr val="C9D6E5"/>
                </a:solidFill>
              </a:defRPr>
            </a:lvl1pPr>
          </a:lstStyle>
          <a:p>
            <a:pPr algn="ctr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RECAP">
    <p:bg>
      <p:bgPr>
        <a:solidFill>
          <a:srgbClr val="0B16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pic>
        <p:nvPicPr>
          <p:cNvPr id="3" name="Image 0" descr="/Users/jason/Desktop/nigcomsat-ai-developer/Jasons-Restructure/assets/brand/publica-academy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36792"/>
            <a:ext cx="402336" cy="32004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51560" y="633679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DB0C6"/>
                </a:solidFill>
              </a:rPr>
              <a:t>Publica Academy · Time-Series Programme · W1D3</a:t>
            </a:r>
            <a:endParaRPr lang="en-US" sz="11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3152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5B83D"/>
                </a:solidFill>
              </a:rPr>
              <a:t>WEEK 1 · DAY 3</a:t>
            </a:r>
            <a:endParaRPr lang="en-US" sz="1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187452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Calm Down the Noise: Rolling Windows</a:t>
            </a:r>
            <a:endParaRPr lang="en-US" sz="4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731520" y="379476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6E5"/>
                </a:solidFill>
              </a:rPr>
              <a:t>How to see the real story inside a jumpy series, and what smoothing hides</a:t>
            </a:r>
            <a:endParaRPr lang="en-US" sz="2000" dirty="0"/>
          </a:p>
        </p:txBody>
      </p:sp>
      <p:sp>
        <p:nvSpPr>
          <p:cNvPr id="5" name="NIGCOMSAT logo card"/>
          <p:cNvSpPr/>
          <p:nvPr/>
        </p:nvSpPr>
        <p:spPr>
          <a:xfrm>
            <a:off x="731520" y="5074920"/>
            <a:ext cx="1600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6" name="Image 0" descr="NIGCOMSA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166360"/>
            <a:ext cx="1143000" cy="960120"/>
          </a:xfrm>
          <a:prstGeom prst="rect">
            <a:avLst/>
          </a:prstGeom>
        </p:spPr>
      </p:pic>
      <p:sp>
        <p:nvSpPr>
          <p:cNvPr id="7" name="Publica logo card"/>
          <p:cNvSpPr/>
          <p:nvPr/>
        </p:nvSpPr>
        <p:spPr>
          <a:xfrm>
            <a:off x="2514600" y="5074920"/>
            <a:ext cx="2743200" cy="11430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pic>
        <p:nvPicPr>
          <p:cNvPr id="8" name="Image 1" descr="Publica Academy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5257800"/>
            <a:ext cx="978408" cy="7772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794760" y="52120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Publica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Academy</a:t>
            </a:r>
            <a:endParaRPr lang="en-US" sz="1800" dirty="0"/>
          </a:p>
        </p:txBody>
      </p:sp>
      <p:sp>
        <p:nvSpPr>
          <p:cNvPr id="10" name="earth"/>
          <p:cNvSpPr/>
          <p:nvPr/>
        </p:nvSpPr>
        <p:spPr>
          <a:xfrm>
            <a:off x="8503920" y="1280160"/>
            <a:ext cx="3291840" cy="32918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orbit"/>
          <p:cNvSpPr/>
          <p:nvPr/>
        </p:nvSpPr>
        <p:spPr>
          <a:xfrm>
            <a:off x="7726680" y="502920"/>
            <a:ext cx="4846320" cy="4846320"/>
          </a:xfrm>
          <a:prstGeom prst="ellipse">
            <a:avLst/>
          </a:prstGeom>
          <a:ln w="15875">
            <a:solidFill>
              <a:srgbClr val="3B8BE0"/>
            </a:solidFill>
            <a:prstDash val="dash"/>
          </a:ln>
        </p:spPr>
      </p:sp>
      <p:pic>
        <p:nvPicPr>
          <p:cNvPr id="12" name="satellite" descr="satelli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0" y="457200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mission: three moves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548640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step icon 1 circle"/>
          <p:cNvSpPr/>
          <p:nvPr/>
        </p:nvSpPr>
        <p:spPr>
          <a:xfrm>
            <a:off x="1681429" y="2057400"/>
            <a:ext cx="1005840" cy="100584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step icon 1" descr="ste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2597" y="2258568"/>
            <a:ext cx="603504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the rhythm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tickets drop every weekend</a:t>
            </a:r>
            <a:endParaRPr lang="en-US" sz="1600" dirty="0"/>
          </a:p>
        </p:txBody>
      </p:sp>
      <p:sp>
        <p:nvSpPr>
          <p:cNvPr id="8" name="arrow 1"/>
          <p:cNvSpPr/>
          <p:nvPr/>
        </p:nvSpPr>
        <p:spPr>
          <a:xfrm>
            <a:off x="3929786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 2"/>
          <p:cNvSpPr/>
          <p:nvPr/>
        </p:nvSpPr>
        <p:spPr>
          <a:xfrm>
            <a:off x="4460138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0" name="step icon 2 circle"/>
          <p:cNvSpPr/>
          <p:nvPr/>
        </p:nvSpPr>
        <p:spPr>
          <a:xfrm>
            <a:off x="5592928" y="2057400"/>
            <a:ext cx="1005840" cy="100584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1" name="step icon 2" descr="ste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096" y="2258568"/>
            <a:ext cx="603504" cy="60350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34458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it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734458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a 7-day rolling window</a:t>
            </a:r>
            <a:endParaRPr lang="en-US" sz="1600" dirty="0"/>
          </a:p>
        </p:txBody>
      </p:sp>
      <p:sp>
        <p:nvSpPr>
          <p:cNvPr id="14" name="arrow 2"/>
          <p:cNvSpPr/>
          <p:nvPr/>
        </p:nvSpPr>
        <p:spPr>
          <a:xfrm>
            <a:off x="7841285" y="3017520"/>
            <a:ext cx="420624" cy="457200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tep 3"/>
          <p:cNvSpPr/>
          <p:nvPr/>
        </p:nvSpPr>
        <p:spPr>
          <a:xfrm>
            <a:off x="8371637" y="1737360"/>
            <a:ext cx="3271418" cy="301752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6" name="step icon 3 circle"/>
          <p:cNvSpPr/>
          <p:nvPr/>
        </p:nvSpPr>
        <p:spPr>
          <a:xfrm>
            <a:off x="9504426" y="2057400"/>
            <a:ext cx="1005840" cy="100584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7" name="step icon 3" descr="ste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5594" y="2258568"/>
            <a:ext cx="603504" cy="60350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645957" y="320040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what it hides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645957" y="3794760"/>
            <a:ext cx="27227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lag, the future, short outages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1663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10 min hook · 30 min slides · 60 min hands-on · 20 min wrap-up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 faults rest on Sunday</a:t>
            </a:r>
            <a:endParaRPr lang="en-US" sz="3200" dirty="0"/>
          </a:p>
        </p:txBody>
      </p:sp>
      <p:graphicFrame>
        <p:nvGraphicFramePr>
          <p:cNvPr id="3" name="bar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Average NOC tickets per day: weekdays 7.1, weekends 3.4 (about half)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moving average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Average the last few days, slide forward one day, repeat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do this with fuel money</a:t>
            </a:r>
            <a:endParaRPr lang="en-US" sz="3200" dirty="0"/>
          </a:p>
        </p:txBody>
      </p:sp>
      <p:sp>
        <p:nvSpPr>
          <p:cNvPr id="3" name="card 1"/>
          <p:cNvSpPr/>
          <p:nvPr/>
        </p:nvSpPr>
        <p:spPr>
          <a:xfrm>
            <a:off x="548640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icon 1 circle"/>
          <p:cNvSpPr/>
          <p:nvPr/>
        </p:nvSpPr>
        <p:spPr>
          <a:xfrm>
            <a:off x="914400" y="2103120"/>
            <a:ext cx="960120" cy="960120"/>
          </a:xfrm>
          <a:prstGeom prst="ellipse">
            <a:avLst/>
          </a:prstGeom>
          <a:solidFill>
            <a:schemeClr val="accent1">
              <a:alpha val="16000"/>
            </a:schemeClr>
          </a:solidFill>
          <a:ln w="12700">
            <a:solidFill>
              <a:schemeClr val="accent1">
                <a:alpha val="40000"/>
              </a:schemeClr>
            </a:solidFill>
            <a:prstDash val="solid"/>
          </a:ln>
        </p:spPr>
      </p:sp>
      <p:pic>
        <p:nvPicPr>
          <p:cNvPr id="5" name="icon 1" descr="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" y="2295144"/>
            <a:ext cx="576072" cy="57607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at one day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One big fill-up, then nothing. Every day tells a different story</a:t>
            </a:r>
            <a:endParaRPr lang="en-US" sz="1600" dirty="0"/>
          </a:p>
        </p:txBody>
      </p:sp>
      <p:sp>
        <p:nvSpPr>
          <p:cNvPr id="8" name="card 2"/>
          <p:cNvSpPr/>
          <p:nvPr/>
        </p:nvSpPr>
        <p:spPr>
          <a:xfrm>
            <a:off x="4368698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icon 2 circle"/>
          <p:cNvSpPr/>
          <p:nvPr/>
        </p:nvSpPr>
        <p:spPr>
          <a:xfrm>
            <a:off x="4734458" y="2103120"/>
            <a:ext cx="960120" cy="960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0" name="icon 2" descr="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6482" y="2295144"/>
            <a:ext cx="576072" cy="57607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34458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the last 7 days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734458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The big day gets shared across the week</a:t>
            </a:r>
            <a:endParaRPr lang="en-US" sz="1600" dirty="0"/>
          </a:p>
        </p:txBody>
      </p:sp>
      <p:sp>
        <p:nvSpPr>
          <p:cNvPr id="13" name="card 3"/>
          <p:cNvSpPr/>
          <p:nvPr/>
        </p:nvSpPr>
        <p:spPr>
          <a:xfrm>
            <a:off x="8188757" y="1691640"/>
            <a:ext cx="3454298" cy="3383280"/>
          </a:xfrm>
          <a:prstGeom prst="roundRect">
            <a:avLst>
              <a:gd name="adj" fmla="val 4865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icon 3 circle"/>
          <p:cNvSpPr/>
          <p:nvPr/>
        </p:nvSpPr>
        <p:spPr>
          <a:xfrm>
            <a:off x="8554517" y="2103120"/>
            <a:ext cx="960120" cy="960120"/>
          </a:xfrm>
          <a:prstGeom prst="ellipse">
            <a:avLst/>
          </a:prstGeom>
          <a:solidFill>
            <a:schemeClr val="accent3">
              <a:alpha val="16000"/>
            </a:schemeClr>
          </a:solidFill>
          <a:ln w="12700">
            <a:solidFill>
              <a:schemeClr val="accent3">
                <a:alpha val="40000"/>
              </a:schemeClr>
            </a:solidFill>
            <a:prstDash val="solid"/>
          </a:ln>
        </p:spPr>
      </p:sp>
      <p:pic>
        <p:nvPicPr>
          <p:cNvPr id="15" name="icon 3" descr="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6541" y="2295144"/>
            <a:ext cx="576072" cy="57607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54517" y="3291840"/>
            <a:ext cx="272277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it every day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554517" y="3977640"/>
            <a:ext cx="27227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Drop the oldest day, add the newest: a rolling average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of pandas</a:t>
            </a:r>
            <a:endParaRPr lang="en-US" sz="3200" dirty="0"/>
          </a:p>
        </p:txBody>
      </p:sp>
      <p:sp>
        <p:nvSpPr>
          <p:cNvPr id="3" name="code panel"/>
          <p:cNvSpPr/>
          <p:nvPr/>
        </p:nvSpPr>
        <p:spPr>
          <a:xfrm>
            <a:off x="548640" y="1508760"/>
            <a:ext cx="11094415" cy="3291840"/>
          </a:xfrm>
          <a:prstGeom prst="roundRect">
            <a:avLst>
              <a:gd name="adj" fmla="val 5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ode"/>
          <p:cNvSpPr txBox="1"/>
          <p:nvPr/>
        </p:nvSpPr>
        <p:spPr>
          <a:xfrm>
            <a:off x="960120" y="1691640"/>
            <a:ext cx="1027145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tk["roll7"] = tk["tickets_raised"].rolling(7).mean()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first 6 rows are NaN: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7E3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a 7-day average does not exist until day 7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074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rolling(7) = average of the 7 rows up to and including today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Grey = every day. Blue = the 7-day average</a:t>
            </a:r>
            <a:endParaRPr lang="en-US" sz="32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7 days? Every weekday exactly once</a:t>
            </a:r>
            <a:endParaRPr lang="en-US" sz="3200" dirty="0"/>
          </a:p>
        </p:txBody>
      </p:sp>
      <p:graphicFrame>
        <p:nvGraphicFramePr>
          <p:cNvPr id="9" name="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108960"/>
                <a:gridCol w="3108960"/>
                <a:gridCol w="304495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Window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Weekday-to-weekday swing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What it shows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Use it for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6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3 days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2.79 tickets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still feels the weekend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rarely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7 days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0.02 tickets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weekly rhythm removed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start here for daily tickets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622"/>
                          </a:solidFill>
                        </a:rPr>
                        <a:t>30 days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almost none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the season, but slowly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B1622"/>
                          </a:solidFill>
                        </a:rPr>
                        <a:t>small counts, long trends</a:t>
                      </a:r>
                      <a:endParaRPr lang="en-US" sz="1600" dirty="0"/>
                    </a:p>
                  </a:txBody>
                  <a:tcPr marL="73152" marR="73152" marT="73152" marB="73152" anchor="ctr">
                    <a:lnL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6"/>
                </a:solidFill>
              </a:rPr>
              <a:t>Swing = biggest minus smallest average of the window, by day of week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9659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5B83D"/>
                </a:solidFill>
              </a:rPr>
              <a:t>PART 2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46888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smoothing costs</a:t>
            </a:r>
            <a:endParaRPr lang="en-US" sz="48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7033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9D6E5"/>
                </a:solidFill>
              </a:rPr>
              <a:t>Every smooth line pays for its calm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Trailing looks back. Centred peeks at the future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Trailing (default)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Uses only the past. Safe for live monitoring, but about half a window late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Centred (center=True)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Uses future days. OK for last year's report, never for live monitoring or forecasts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trailing peak arrives 14 days late</a:t>
            </a:r>
            <a:endParaRPr lang="en-US" sz="32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Exponential smoothing: .ewm(alpha)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alpha (0.5)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Follows the data closely, reacts fast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alpha (0.05)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Very smooth, reacts slowly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report an SLA from a smoothed line</a:t>
            </a:r>
            <a:endParaRPr lang="en-US" sz="32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counts need wider windows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Priority-1 tickets are rare: a 7-day line still jumps</a:t>
            </a:r>
            <a:endParaRPr lang="en-US" sz="1800" dirty="0"/>
          </a:p>
        </p:txBody>
      </p:sp>
      <p:sp>
        <p:nvSpPr>
          <p:cNvPr id="4" name="stat 1"/>
          <p:cNvSpPr/>
          <p:nvPr/>
        </p:nvSpPr>
        <p:spPr>
          <a:xfrm>
            <a:off x="548640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P1 tickets on an average day</a:t>
            </a:r>
            <a:endParaRPr lang="en-US" sz="1600" dirty="0"/>
          </a:p>
        </p:txBody>
      </p:sp>
      <p:sp>
        <p:nvSpPr>
          <p:cNvPr id="7" name="stat 2"/>
          <p:cNvSpPr/>
          <p:nvPr/>
        </p:nvSpPr>
        <p:spPr>
          <a:xfrm>
            <a:off x="3402254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85134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4800" dirty="0"/>
          </a:p>
        </p:txBody>
      </p:sp>
      <p:sp>
        <p:nvSpPr>
          <p:cNvPr id="9" name="Text 7"/>
          <p:cNvSpPr txBox="1"/>
          <p:nvPr/>
        </p:nvSpPr>
        <p:spPr>
          <a:xfrm>
            <a:off x="3630854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days with zero P1 tickets</a:t>
            </a:r>
            <a:endParaRPr lang="en-US" sz="1600" dirty="0"/>
          </a:p>
        </p:txBody>
      </p:sp>
      <p:sp>
        <p:nvSpPr>
          <p:cNvPr id="10" name="stat 3"/>
          <p:cNvSpPr/>
          <p:nvPr/>
        </p:nvSpPr>
        <p:spPr>
          <a:xfrm>
            <a:off x="6255868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38748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18%</a:t>
            </a:r>
            <a:endParaRPr lang="en-US" sz="4800" dirty="0"/>
          </a:p>
        </p:txBody>
      </p:sp>
      <p:sp>
        <p:nvSpPr>
          <p:cNvPr id="12" name="Text 10"/>
          <p:cNvSpPr txBox="1"/>
          <p:nvPr/>
        </p:nvSpPr>
        <p:spPr>
          <a:xfrm>
            <a:off x="6484468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share of all tickets</a:t>
            </a:r>
            <a:endParaRPr lang="en-US" sz="1600" dirty="0"/>
          </a:p>
        </p:txBody>
      </p:sp>
      <p:sp>
        <p:nvSpPr>
          <p:cNvPr id="13" name="stat 4"/>
          <p:cNvSpPr/>
          <p:nvPr/>
        </p:nvSpPr>
        <p:spPr>
          <a:xfrm>
            <a:off x="9109481" y="2011680"/>
            <a:ext cx="2533574" cy="3108960"/>
          </a:xfrm>
          <a:prstGeom prst="roundRect">
            <a:avLst>
              <a:gd name="adj" fmla="val 649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92361" y="2377440"/>
            <a:ext cx="216781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9338081" y="3840480"/>
            <a:ext cx="207637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days: a better window for P1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rolling(7) and resample("W") answer different questions</a:t>
            </a:r>
            <a:endParaRPr lang="en-US" sz="3200" dirty="0"/>
          </a:p>
        </p:txBody>
      </p:sp>
      <p:sp>
        <p:nvSpPr>
          <p:cNvPr id="3" name="left card"/>
          <p:cNvSpPr/>
          <p:nvPr/>
        </p:nvSpPr>
        <p:spPr>
          <a:xfrm>
            <a:off x="548640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4" name="left icon circle"/>
          <p:cNvSpPr/>
          <p:nvPr/>
        </p:nvSpPr>
        <p:spPr>
          <a:xfrm>
            <a:off x="960120" y="2057400"/>
            <a:ext cx="1097280" cy="1097280"/>
          </a:xfrm>
          <a:prstGeom prst="ellipse">
            <a:avLst/>
          </a:prstGeom>
          <a:solidFill>
            <a:schemeClr val="accent4">
              <a:alpha val="16000"/>
            </a:schemeClr>
          </a:solidFill>
          <a:ln w="12700">
            <a:solidFill>
              <a:schemeClr val="accent4">
                <a:alpha val="40000"/>
              </a:schemeClr>
            </a:solidFill>
            <a:prstDash val="solid"/>
          </a:ln>
        </p:spPr>
      </p:sp>
      <p:pic>
        <p:nvPicPr>
          <p:cNvPr id="5" name="left icon" descr="lef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276856"/>
            <a:ext cx="658368" cy="6583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60120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rolling(7).mean()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Average of the last 7 days, as of today. One value per day (730 rows)</a:t>
            </a:r>
            <a:endParaRPr lang="en-US" sz="1800" dirty="0"/>
          </a:p>
        </p:txBody>
      </p:sp>
      <p:sp>
        <p:nvSpPr>
          <p:cNvPr id="8" name="right card"/>
          <p:cNvSpPr/>
          <p:nvPr/>
        </p:nvSpPr>
        <p:spPr>
          <a:xfrm>
            <a:off x="6324448" y="1645920"/>
            <a:ext cx="5318608" cy="3931920"/>
          </a:xfrm>
          <a:prstGeom prst="roundRect">
            <a:avLst>
              <a:gd name="adj" fmla="val 4186"/>
            </a:avLst>
          </a:prstGeom>
          <a:solidFill>
            <a:schemeClr val="bg2"/>
          </a:solidFill>
          <a:ln w="12700">
            <a:solidFill>
              <a:srgbClr val="DCE4EC"/>
            </a:solidFill>
            <a:prstDash val="solid"/>
          </a:ln>
        </p:spPr>
      </p:sp>
      <p:sp>
        <p:nvSpPr>
          <p:cNvPr id="9" name="right icon circle"/>
          <p:cNvSpPr/>
          <p:nvPr/>
        </p:nvSpPr>
        <p:spPr>
          <a:xfrm>
            <a:off x="6735928" y="2057400"/>
            <a:ext cx="1097280" cy="1097280"/>
          </a:xfrm>
          <a:prstGeom prst="ellipse">
            <a:avLst/>
          </a:prstGeom>
          <a:solidFill>
            <a:schemeClr val="accent5">
              <a:alpha val="16000"/>
            </a:schemeClr>
          </a:solidFill>
          <a:ln w="12700">
            <a:solidFill>
              <a:schemeClr val="accent5">
                <a:alpha val="40000"/>
              </a:schemeClr>
            </a:solidFill>
            <a:prstDash val="solid"/>
          </a:ln>
        </p:spPr>
      </p:sp>
      <p:pic>
        <p:nvPicPr>
          <p:cNvPr id="10" name="right icon" descr="righ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5384" y="2276856"/>
            <a:ext cx="658368" cy="65836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735928" y="3383280"/>
            <a:ext cx="449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resample("W").sum()</a:t>
            </a:r>
            <a:endParaRPr lang="en-US" sz="2600" dirty="0"/>
          </a:p>
        </p:txBody>
      </p:sp>
      <p:sp>
        <p:nvSpPr>
          <p:cNvPr id="12" name="Text 8"/>
          <p:cNvSpPr txBox="1"/>
          <p:nvPr/>
        </p:nvSpPr>
        <p:spPr>
          <a:xfrm>
            <a:off x="6735928" y="4069080"/>
            <a:ext cx="449564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6"/>
                </a:solidFill>
              </a:rPr>
              <a:t>Total per calendar week. One value per week (105 rows). Watch partial weeks at the edges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vs 41 tickets = the same week twice</a:t>
            </a:r>
            <a:endParaRPr lang="en-US" sz="3200" dirty="0"/>
          </a:p>
        </p:txBody>
      </p:sp>
      <p:graphicFrame>
        <p:nvGraphicFramePr>
          <p:cNvPr id="3" name="line chart" descr=""/>
          <p:cNvGraphicFramePr/>
          <p:nvPr/>
        </p:nvGraphicFramePr>
        <p:xfrm>
          <a:off x="548640" y="1371600"/>
          <a:ext cx="11094415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6235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turn: 60 minutes</a:t>
            </a:r>
            <a:endParaRPr lang="en-US" sz="3200" dirty="0"/>
          </a:p>
        </p:txBody>
      </p:sp>
      <p:sp>
        <p:nvSpPr>
          <p:cNvPr id="3" name="number 1"/>
          <p:cNvSpPr/>
          <p:nvPr/>
        </p:nvSpPr>
        <p:spPr>
          <a:xfrm>
            <a:off x="548640" y="160020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160020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Open W1D3-exercise in Colab</a:t>
            </a:r>
            <a:endParaRPr lang="en-US" sz="2400" dirty="0"/>
          </a:p>
        </p:txBody>
      </p:sp>
      <p:sp>
        <p:nvSpPr>
          <p:cNvPr id="6" name="number 2"/>
          <p:cNvSpPr/>
          <p:nvPr/>
        </p:nvSpPr>
        <p:spPr>
          <a:xfrm>
            <a:off x="548640" y="2624328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2432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624328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File → Save a copy in Drive</a:t>
            </a:r>
            <a:endParaRPr lang="en-US" sz="2400" dirty="0"/>
          </a:p>
        </p:txBody>
      </p:sp>
      <p:sp>
        <p:nvSpPr>
          <p:cNvPr id="9" name="number 3"/>
          <p:cNvSpPr/>
          <p:nvPr/>
        </p:nvSpPr>
        <p:spPr>
          <a:xfrm>
            <a:off x="548640" y="3648456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364845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3648456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Run STEP 0, then top to bottom</a:t>
            </a:r>
            <a:endParaRPr lang="en-US" sz="2400" dirty="0"/>
          </a:p>
        </p:txBody>
      </p:sp>
      <p:sp>
        <p:nvSpPr>
          <p:cNvPr id="12" name="number 4"/>
          <p:cNvSpPr/>
          <p:nvPr/>
        </p:nvSpPr>
        <p:spPr>
          <a:xfrm>
            <a:off x="548640" y="4672584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7258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4672584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Replace every ___, run, get the green tick</a:t>
            </a:r>
            <a:endParaRPr lang="en-US" sz="2400" dirty="0"/>
          </a:p>
        </p:txBody>
      </p:sp>
      <p:sp>
        <p:nvSpPr>
          <p:cNvPr id="15" name="icon circle"/>
          <p:cNvSpPr/>
          <p:nvPr/>
        </p:nvSpPr>
        <p:spPr>
          <a:xfrm>
            <a:off x="9418320" y="2011680"/>
            <a:ext cx="2103120" cy="2103120"/>
          </a:xfrm>
          <a:prstGeom prst="ellipse">
            <a:avLst/>
          </a:prstGeom>
          <a:solidFill>
            <a:schemeClr val="accent2">
              <a:alpha val="16000"/>
            </a:schemeClr>
          </a:solidFill>
          <a:ln w="12700">
            <a:solidFill>
              <a:schemeClr val="accent2">
                <a:alpha val="40000"/>
              </a:schemeClr>
            </a:solidFill>
            <a:prstDash val="solid"/>
          </a:ln>
        </p:spPr>
      </p:sp>
      <p:pic>
        <p:nvPicPr>
          <p:cNvPr id="16" name="icon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8944" y="2432304"/>
            <a:ext cx="1261872" cy="12618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408615" y="6336792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B7D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now know</a:t>
            </a:r>
            <a:endParaRPr lang="en-US" sz="3400" dirty="0"/>
          </a:p>
        </p:txBody>
      </p:sp>
      <p:sp>
        <p:nvSpPr>
          <p:cNvPr id="3" name="recap 1"/>
          <p:cNvSpPr/>
          <p:nvPr/>
        </p:nvSpPr>
        <p:spPr>
          <a:xfrm>
            <a:off x="548640" y="160020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4" name="recap icon 1" descr="recap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783080"/>
            <a:ext cx="594360" cy="5943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737360" y="160020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Rolling window: average the last N rows; 7 days cancels the weekly rhythm</a:t>
            </a:r>
            <a:endParaRPr lang="en-US" sz="2200" dirty="0"/>
          </a:p>
        </p:txBody>
      </p:sp>
      <p:sp>
        <p:nvSpPr>
          <p:cNvPr id="6" name="recap 2"/>
          <p:cNvSpPr/>
          <p:nvPr/>
        </p:nvSpPr>
        <p:spPr>
          <a:xfrm>
            <a:off x="548640" y="278892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7" name="recap icon 2" descr="recap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971800"/>
            <a:ext cx="594360" cy="59436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278892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Trailing is safe but late; centred peeks at the future</a:t>
            </a:r>
            <a:endParaRPr lang="en-US" sz="2200" dirty="0"/>
          </a:p>
        </p:txBody>
      </p:sp>
      <p:sp>
        <p:nvSpPr>
          <p:cNvPr id="9" name="recap 3"/>
          <p:cNvSpPr/>
          <p:nvPr/>
        </p:nvSpPr>
        <p:spPr>
          <a:xfrm>
            <a:off x="548640" y="3977640"/>
            <a:ext cx="11094415" cy="960120"/>
          </a:xfrm>
          <a:prstGeom prst="roundRect">
            <a:avLst>
              <a:gd name="adj" fmla="val 14286"/>
            </a:avLst>
          </a:prstGeom>
          <a:solidFill>
            <a:schemeClr val="tx2"/>
          </a:solidFill>
          <a:ln w="12700">
            <a:solidFill>
              <a:srgbClr val="24384F"/>
            </a:solidFill>
            <a:prstDash val="solid"/>
          </a:ln>
        </p:spPr>
      </p:sp>
      <p:pic>
        <p:nvPicPr>
          <p:cNvPr id="10" name="recap icon 3" descr="recap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160520"/>
            <a:ext cx="594360" cy="5943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737360" y="3977640"/>
            <a:ext cx="963137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bg1"/>
                </a:solidFill>
              </a:rPr>
              <a:t>Smoothing hides short events: SLAs come from raw readings</a:t>
            </a:r>
            <a:endParaRPr lang="en-US" sz="22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B83D"/>
                </a:solidFill>
              </a:rPr>
              <a:t>Next week: Take It Apart (trend, season and noise)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GCOMSAT Time-Series">
  <a:themeElements>
    <a:clrScheme name="NIGCOMSAT Time-Series">
      <a:dk1>
        <a:srgbClr val="0B1622"/>
      </a:dk1>
      <a:lt1>
        <a:srgbClr val="FFFFFF"/>
      </a:lt1>
      <a:dk2>
        <a:srgbClr val="12233A"/>
      </a:dk2>
      <a:lt2>
        <a:srgbClr val="EEF3F8"/>
      </a:lt2>
      <a:accent1>
        <a:srgbClr val="0A5DB4"/>
      </a:accent1>
      <a:accent2>
        <a:srgbClr val="008C7E"/>
      </a:accent2>
      <a:accent3>
        <a:srgbClr val="C77700"/>
      </a:accent3>
      <a:accent4>
        <a:srgbClr val="1E9E5A"/>
      </a:accent4>
      <a:accent5>
        <a:srgbClr val="E5484D"/>
      </a:accent5>
      <a:accent6>
        <a:srgbClr val="5B6B7D"/>
      </a:accent6>
      <a:hlink>
        <a:srgbClr val="0A5DB4"/>
      </a:hlink>
      <a:folHlink>
        <a:srgbClr val="008C7E"/>
      </a:folHlink>
    </a:clrScheme>
    <a:fontScheme name="NIGCOMSAT Time-Serie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Publica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W1D3 · Calm Down the Noise: Rolling Windows</dc:title>
  <dc:subject>PptxGenJS Presentation</dc:subject>
  <dc:creator>Publica Academy</dc:creator>
  <cp:lastModifiedBy>Publica Academy</cp:lastModifiedBy>
  <cp:revision>1</cp:revision>
  <dcterms:created xsi:type="dcterms:W3CDTF">2026-10-29T16:24:50Z</dcterms:created>
  <dcterms:modified xsi:type="dcterms:W3CDTF">2026-10-29T16:24:50Z</dcterms:modified>
</cp:coreProperties>
</file>